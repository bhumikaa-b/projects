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>
        <p:scale>
          <a:sx n="100" d="100"/>
          <a:sy n="100" d="100"/>
        </p:scale>
        <p:origin x="-1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e18813732d9ab82e" providerId="LiveId" clId="{246AC26F-5BEE-4DFE-9D0E-5F8A8A911CD3}"/>
    <pc:docChg chg="custSel addSld delSld modSld sldOrd">
      <pc:chgData name="" userId="e18813732d9ab82e" providerId="LiveId" clId="{246AC26F-5BEE-4DFE-9D0E-5F8A8A911CD3}" dt="2024-11-10T15:56:15.788" v="152" actId="122"/>
      <pc:docMkLst>
        <pc:docMk/>
      </pc:docMkLst>
      <pc:sldChg chg="del ord">
        <pc:chgData name="" userId="e18813732d9ab82e" providerId="LiveId" clId="{246AC26F-5BEE-4DFE-9D0E-5F8A8A911CD3}" dt="2024-11-10T15:49:29.075" v="51" actId="2696"/>
        <pc:sldMkLst>
          <pc:docMk/>
          <pc:sldMk cId="2861877958" sldId="256"/>
        </pc:sldMkLst>
      </pc:sldChg>
      <pc:sldChg chg="modSp">
        <pc:chgData name="" userId="e18813732d9ab82e" providerId="LiveId" clId="{246AC26F-5BEE-4DFE-9D0E-5F8A8A911CD3}" dt="2024-11-10T15:50:00.859" v="92" actId="122"/>
        <pc:sldMkLst>
          <pc:docMk/>
          <pc:sldMk cId="1054806686" sldId="257"/>
        </pc:sldMkLst>
        <pc:spChg chg="mod">
          <ac:chgData name="" userId="e18813732d9ab82e" providerId="LiveId" clId="{246AC26F-5BEE-4DFE-9D0E-5F8A8A911CD3}" dt="2024-11-10T15:50:00.859" v="92" actId="122"/>
          <ac:spMkLst>
            <pc:docMk/>
            <pc:sldMk cId="1054806686" sldId="257"/>
            <ac:spMk id="2" creationId="{366F876B-3641-4732-9A71-9E707E5ECC87}"/>
          </ac:spMkLst>
        </pc:spChg>
        <pc:spChg chg="mod">
          <ac:chgData name="" userId="e18813732d9ab82e" providerId="LiveId" clId="{246AC26F-5BEE-4DFE-9D0E-5F8A8A911CD3}" dt="2024-11-10T15:48:44.317" v="1" actId="20577"/>
          <ac:spMkLst>
            <pc:docMk/>
            <pc:sldMk cId="1054806686" sldId="257"/>
            <ac:spMk id="4" creationId="{20EE61AC-E528-4038-8883-63D0485F9115}"/>
          </ac:spMkLst>
        </pc:spChg>
      </pc:sldChg>
      <pc:sldChg chg="addSp delSp modSp">
        <pc:chgData name="" userId="e18813732d9ab82e" providerId="LiveId" clId="{246AC26F-5BEE-4DFE-9D0E-5F8A8A911CD3}" dt="2024-11-10T15:55:39.120" v="148" actId="115"/>
        <pc:sldMkLst>
          <pc:docMk/>
          <pc:sldMk cId="430748085" sldId="262"/>
        </pc:sldMkLst>
        <pc:spChg chg="mod">
          <ac:chgData name="" userId="e18813732d9ab82e" providerId="LiveId" clId="{246AC26F-5BEE-4DFE-9D0E-5F8A8A911CD3}" dt="2024-11-10T15:55:39.120" v="148" actId="115"/>
          <ac:spMkLst>
            <pc:docMk/>
            <pc:sldMk cId="430748085" sldId="262"/>
            <ac:spMk id="2" creationId="{811798B6-414E-4658-805E-1E9B10F15E7F}"/>
          </ac:spMkLst>
        </pc:spChg>
        <pc:spChg chg="mod">
          <ac:chgData name="" userId="e18813732d9ab82e" providerId="LiveId" clId="{246AC26F-5BEE-4DFE-9D0E-5F8A8A911CD3}" dt="2024-11-10T15:54:53.115" v="143" actId="1076"/>
          <ac:spMkLst>
            <pc:docMk/>
            <pc:sldMk cId="430748085" sldId="262"/>
            <ac:spMk id="3" creationId="{FD411E11-D86F-4CB6-9B6B-9944BD752D52}"/>
          </ac:spMkLst>
        </pc:spChg>
        <pc:spChg chg="del mod">
          <ac:chgData name="" userId="e18813732d9ab82e" providerId="LiveId" clId="{246AC26F-5BEE-4DFE-9D0E-5F8A8A911CD3}" dt="2024-11-10T15:51:25.023" v="97"/>
          <ac:spMkLst>
            <pc:docMk/>
            <pc:sldMk cId="430748085" sldId="262"/>
            <ac:spMk id="4" creationId="{7155776F-9226-4EB9-BA7E-0E1519CB5440}"/>
          </ac:spMkLst>
        </pc:spChg>
        <pc:spChg chg="add del mod">
          <ac:chgData name="" userId="e18813732d9ab82e" providerId="LiveId" clId="{246AC26F-5BEE-4DFE-9D0E-5F8A8A911CD3}" dt="2024-11-10T15:52:05.642" v="104"/>
          <ac:spMkLst>
            <pc:docMk/>
            <pc:sldMk cId="430748085" sldId="262"/>
            <ac:spMk id="5" creationId="{F56CDC3A-9128-4245-825B-5B8926282A82}"/>
          </ac:spMkLst>
        </pc:spChg>
        <pc:spChg chg="add mod">
          <ac:chgData name="" userId="e18813732d9ab82e" providerId="LiveId" clId="{246AC26F-5BEE-4DFE-9D0E-5F8A8A911CD3}" dt="2024-11-10T15:54:39.582" v="142" actId="1076"/>
          <ac:spMkLst>
            <pc:docMk/>
            <pc:sldMk cId="430748085" sldId="262"/>
            <ac:spMk id="6" creationId="{3EECFE69-A7C2-4582-8B07-D843039BE56A}"/>
          </ac:spMkLst>
        </pc:spChg>
      </pc:sldChg>
      <pc:sldChg chg="modSp add ord">
        <pc:chgData name="" userId="e18813732d9ab82e" providerId="LiveId" clId="{246AC26F-5BEE-4DFE-9D0E-5F8A8A911CD3}" dt="2024-11-10T15:56:15.788" v="152" actId="122"/>
        <pc:sldMkLst>
          <pc:docMk/>
          <pc:sldMk cId="2825831300" sldId="263"/>
        </pc:sldMkLst>
        <pc:spChg chg="mod">
          <ac:chgData name="" userId="e18813732d9ab82e" providerId="LiveId" clId="{246AC26F-5BEE-4DFE-9D0E-5F8A8A911CD3}" dt="2024-11-10T15:49:07.135" v="12" actId="5793"/>
          <ac:spMkLst>
            <pc:docMk/>
            <pc:sldMk cId="2825831300" sldId="263"/>
            <ac:spMk id="2" creationId="{0B77E5E7-0151-4C23-BF93-B14B1E66584C}"/>
          </ac:spMkLst>
        </pc:spChg>
        <pc:spChg chg="mod">
          <ac:chgData name="" userId="e18813732d9ab82e" providerId="LiveId" clId="{246AC26F-5BEE-4DFE-9D0E-5F8A8A911CD3}" dt="2024-11-10T15:56:15.788" v="152" actId="122"/>
          <ac:spMkLst>
            <pc:docMk/>
            <pc:sldMk cId="2825831300" sldId="263"/>
            <ac:spMk id="3" creationId="{F357B288-3EBC-4520-BBF2-5D4FBA102A8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F0F45-093A-492D-99DA-8044E27E8B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63E778-2FA6-40D1-B4C6-59DA091D4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E7968-733D-418B-A786-03079655A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CB4B-AD5E-4A86-8A77-662B08142074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97DB9-D094-4C2E-AF0D-68A1180F4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09C15-7749-4CA6-8ADB-CFD6B894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5E15B-A8C7-4765-ABB9-FC21EA96B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048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D4FAC-EC5F-41BE-B951-DE17898FC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CB01D-AEE9-4B1D-8F85-13BCDD983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41786-1F5C-4A44-A4F4-813F80086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CB4B-AD5E-4A86-8A77-662B08142074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371C5-8CDB-4642-AB2C-299745C54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19A95-8EAE-4AE6-A2D9-0335B0EF7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5E15B-A8C7-4765-ABB9-FC21EA96B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985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D75BF-7A09-4C8F-9A08-2F40801DA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4415F-739F-407B-B8B2-C3AE847EE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A8F9F-77E9-428C-B69C-3CC5FDD0A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CB4B-AD5E-4A86-8A77-662B08142074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B5F6D-A547-4B70-99A7-9B1A0C6D4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29B96-C650-4770-8A2E-CF1011CD7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5E15B-A8C7-4765-ABB9-FC21EA96B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472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B3CD4-A8FC-49C1-B655-A0F32DBAE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70367-B43A-4BF6-8529-6788E784D2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EE0204-740D-4617-B12C-4F223D1722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1E7D2-D4BB-41E7-B824-91C70D902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CB4B-AD5E-4A86-8A77-662B08142074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9F851-FD1E-490D-ACA6-E38720EBB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B6421-7185-4CFB-98EB-2F9D72F9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5E15B-A8C7-4765-ABB9-FC21EA96B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495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A1E4E-1E09-4A93-96CA-07B920BFE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F51574-118C-43D4-9E0D-1114055AB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09FBA-DFC8-477B-A3FE-35E1EE9E9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2A1BDE-3850-4F22-B960-DCF6E5112E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49285C-24BA-4AD7-95A7-7A6522DC7D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B0841A-08E9-4F4B-9B11-29C47605C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CB4B-AD5E-4A86-8A77-662B08142074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8B626B-7E33-4A18-B8FE-0435BFB9A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02A4E9-93C6-4D92-B9DA-5C7E8AF43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5E15B-A8C7-4765-ABB9-FC21EA96B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015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B59F5-FC1F-49F1-963C-FBBC215A9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F9F891-9E92-4697-8EB8-C7E29253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CB4B-AD5E-4A86-8A77-662B08142074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F78D5C-7B0D-4F39-8CA3-9759241C0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58C79-2F40-46BF-B1DE-15DE9E51C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5E15B-A8C7-4765-ABB9-FC21EA96B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817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49C921-9553-464B-82C0-6DEABB1E5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CB4B-AD5E-4A86-8A77-662B08142074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D2C2AD-D570-4A12-A7C6-350B8EE1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687EB2-9E1E-4A7B-B2C2-B943A83E1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5E15B-A8C7-4765-ABB9-FC21EA96B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065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3CECB-01C8-4CAA-BAF1-7E72DE76C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4EBBC-8904-4608-9BB7-E06311C05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04C24-3741-431B-A2B3-29F48E183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08F00-937C-4642-806D-B793AF515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CB4B-AD5E-4A86-8A77-662B08142074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9361B-943A-4C75-962A-82F7680D0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16E74-CF99-4EEC-BCE8-A52176DED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5E15B-A8C7-4765-ABB9-FC21EA96B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76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8966D-DD22-4B83-90C7-AAF7F899C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44BE0A-F16B-4A1F-A8DE-A30498C598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1714F4-4A81-4867-9B96-6FD95B6FF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1B343-55D8-47D9-B4D3-AC671F727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CB4B-AD5E-4A86-8A77-662B08142074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DF683-CBBE-4917-AF07-61BE3CEF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3AD05-93B2-42F3-89B9-BDCB9A4AC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5E15B-A8C7-4765-ABB9-FC21EA96B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063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2278-2B44-4A7C-846A-A82A1F06B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D16281-8223-4882-93A4-0CD00FCD9B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FCAF7-5B9F-4274-9290-FBBE42A6B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CB4B-AD5E-4A86-8A77-662B08142074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AA241-8E67-4C34-97EC-D09F2C576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48FAD-7A9A-4DD0-8D77-3F03918B7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5E15B-A8C7-4765-ABB9-FC21EA96B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657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5C7565-D076-4ECA-A3DC-13BC7CC4D0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F8479C-24F8-4F2C-9AD7-5A08CB1B9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1EA39-1094-4692-8892-2EBB95D09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CB4B-AD5E-4A86-8A77-662B08142074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2E224-3DF8-42F5-A2D8-E5C8240F9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D309D-E82B-40E3-AB3D-84AD95ECA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5E15B-A8C7-4765-ABB9-FC21EA96B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040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622800-3F2D-44AC-A9C0-4BC9E2CA4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51990-B00F-48CB-867F-DB2702F2A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4E07F-3370-4133-A7B2-37283A968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0CB4B-AD5E-4A86-8A77-662B08142074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0E85F-E874-412C-943C-22588E555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ED3F9-746D-4724-A776-AF4D9F910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5E15B-A8C7-4765-ABB9-FC21EA96B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874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0MuF5pDTgRsnuPa8XVs7FLdV8FjO85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F876B-3641-4732-9A71-9E707E5EC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Science Project…….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EE61AC-E528-4038-8883-63D0485F91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48670"/>
            <a:ext cx="10488128" cy="2305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Title</a:t>
            </a:r>
            <a:r>
              <a:rPr lang="en-US" dirty="0"/>
              <a:t>: "Simple Deep Learning Project”</a:t>
            </a:r>
          </a:p>
          <a:p>
            <a:r>
              <a:rPr lang="en-US" b="1" dirty="0"/>
              <a:t>Subtitle</a:t>
            </a:r>
            <a:r>
              <a:rPr lang="en-US" dirty="0"/>
              <a:t>: ("Image Classification with Convolutional Neural Networks")</a:t>
            </a:r>
          </a:p>
          <a:p>
            <a:r>
              <a:rPr lang="en-US" b="1" dirty="0"/>
              <a:t>Name: Bhumikaa .B :1CD23AI022</a:t>
            </a:r>
          </a:p>
          <a:p>
            <a:r>
              <a:rPr lang="en-US" b="1" dirty="0"/>
              <a:t>Date : 08-11-2024</a:t>
            </a:r>
            <a:endParaRPr lang="en-US" dirty="0"/>
          </a:p>
          <a:p>
            <a:pPr marL="2286000" lvl="5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806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D8518C-9918-417A-8BF7-7134D7D51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2CF71C-3880-43CF-BC71-CC746FF16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Project Overview</a:t>
            </a:r>
            <a:r>
              <a:rPr lang="en-US" sz="2000" dirty="0"/>
              <a:t>: A simple explanation of your deep learning project (e.g., "In this project, I will use a Convolutional Neural Network (CNN) to classify images of cats and dogs.")</a:t>
            </a:r>
          </a:p>
          <a:p>
            <a:r>
              <a:rPr lang="en-US" sz="2000" b="1" dirty="0"/>
              <a:t>Objective</a:t>
            </a:r>
            <a:r>
              <a:rPr lang="en-US" sz="2000" dirty="0"/>
              <a:t>: What you aim to achieve (e.g., "The goal is to build a model that can classify images of cats and dogs with high accuracy.")</a:t>
            </a:r>
          </a:p>
          <a:p>
            <a:r>
              <a:rPr lang="en-US" sz="2000" b="1" dirty="0"/>
              <a:t>Dataset</a:t>
            </a:r>
            <a:r>
              <a:rPr lang="en-US" sz="2000" dirty="0"/>
              <a:t>: Mention the dataset used (e.g., "The dataset used is the Dogs vs. Cats dataset from Kaggle.")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89210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2AD9D-4842-4345-ACBF-C88E57C05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22FAB-FF57-4297-A29B-0A3732F04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Problem</a:t>
            </a:r>
            <a:r>
              <a:rPr lang="en-US" sz="2000" dirty="0"/>
              <a:t>: Clearly define the problem you're solving (e.g., "We need to build a model that can distinguish between images of cats and dogs.")</a:t>
            </a:r>
          </a:p>
          <a:p>
            <a:r>
              <a:rPr lang="en-US" sz="2000" b="1" dirty="0"/>
              <a:t>Challenges</a:t>
            </a:r>
            <a:r>
              <a:rPr lang="en-US" sz="2000" dirty="0"/>
              <a:t>: Mention any challenges (e.g., "Dealing with different image sizes, lighting conditions, and orientations."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81668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A5B4-2D0B-456A-B106-05ABE4423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Deep Learning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B025D-D7AC-4372-9E9D-86F3F7F63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Model Type</a:t>
            </a:r>
            <a:r>
              <a:rPr lang="en-US" sz="2000" dirty="0"/>
              <a:t>: Brief description of the model architecture (e.g., "We will use a simple Convolutional Neural Network (CNN) consisting of convolution layers, pooling layers, and fully connected layers.")</a:t>
            </a:r>
          </a:p>
          <a:p>
            <a:r>
              <a:rPr lang="en-US" sz="2000" b="1" dirty="0"/>
              <a:t>Why Deep Learning?</a:t>
            </a:r>
            <a:r>
              <a:rPr lang="en-US" sz="2000" dirty="0"/>
              <a:t>: Brief explanation of why deep learning is suitable for this task (e.g., "Deep learning models, especially CNNs, are well-suited for image classification due to their ability to learn spatial hierarchies of features.")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66506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BC2F9-665D-46DF-A01D-7D2281705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A449A-79C1-454D-A12E-8A5029B2E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Architecture Overview</a:t>
            </a:r>
            <a:r>
              <a:rPr lang="en-US" sz="2000" dirty="0"/>
              <a:t>: Visual diagram of your model (e.g., a CNN with input layer, convolutional layers, max-pooling layers, fully connected layers, and output layer).</a:t>
            </a:r>
          </a:p>
          <a:p>
            <a:r>
              <a:rPr lang="en-US" sz="2000" b="1" dirty="0"/>
              <a:t>Layer Description</a:t>
            </a:r>
            <a:r>
              <a:rPr lang="en-US" sz="2000" dirty="0"/>
              <a:t>: Briefly explain each layer (e.g., "The first layer is a convolutional layer with 32 filters, followed by max-pooling.")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54803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798B6-414E-4658-805E-1E9B10F15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843" y="0"/>
            <a:ext cx="10515600" cy="753282"/>
          </a:xfrm>
        </p:spPr>
        <p:txBody>
          <a:bodyPr>
            <a:normAutofit/>
          </a:bodyPr>
          <a:lstStyle/>
          <a:p>
            <a:pPr algn="ctr"/>
            <a:r>
              <a:rPr lang="en-IN" sz="2000" b="1" u="sng" dirty="0"/>
              <a:t>Code: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11E11-D86F-4CB6-9B6B-9944BD752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96" y="71841"/>
            <a:ext cx="6425738" cy="61047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100" dirty="0"/>
              <a:t># Import necessary libraries</a:t>
            </a:r>
          </a:p>
          <a:p>
            <a:pPr marL="0" indent="0">
              <a:buNone/>
            </a:pPr>
            <a:r>
              <a:rPr lang="en-IN" sz="1100" dirty="0"/>
              <a:t>import </a:t>
            </a:r>
            <a:r>
              <a:rPr lang="en-IN" sz="1100" dirty="0" err="1"/>
              <a:t>tensorflow</a:t>
            </a:r>
            <a:r>
              <a:rPr lang="en-IN" sz="1100" dirty="0"/>
              <a:t> as </a:t>
            </a:r>
            <a:r>
              <a:rPr lang="en-IN" sz="1100" dirty="0" err="1"/>
              <a:t>tf</a:t>
            </a:r>
            <a:endParaRPr lang="en-IN" sz="1100" dirty="0"/>
          </a:p>
          <a:p>
            <a:pPr marL="0" indent="0">
              <a:buNone/>
            </a:pPr>
            <a:r>
              <a:rPr lang="en-IN" sz="1100" dirty="0"/>
              <a:t>from </a:t>
            </a:r>
            <a:r>
              <a:rPr lang="en-IN" sz="1100" dirty="0" err="1"/>
              <a:t>tensorflow.keras</a:t>
            </a:r>
            <a:r>
              <a:rPr lang="en-IN" sz="1100" dirty="0"/>
              <a:t> import datasets, layers, models</a:t>
            </a:r>
          </a:p>
          <a:p>
            <a:pPr marL="0" indent="0">
              <a:buNone/>
            </a:pPr>
            <a:r>
              <a:rPr lang="en-IN" sz="1100" dirty="0"/>
              <a:t>import </a:t>
            </a:r>
            <a:r>
              <a:rPr lang="en-IN" sz="1100" dirty="0" err="1"/>
              <a:t>matplotlib.pyplot</a:t>
            </a:r>
            <a:r>
              <a:rPr lang="en-IN" sz="1100" dirty="0"/>
              <a:t> as </a:t>
            </a:r>
            <a:r>
              <a:rPr lang="en-IN" sz="1100" dirty="0" err="1"/>
              <a:t>plt</a:t>
            </a:r>
            <a:endParaRPr lang="en-IN" sz="1100" dirty="0"/>
          </a:p>
          <a:p>
            <a:pPr marL="0" indent="0">
              <a:buNone/>
            </a:pPr>
            <a:r>
              <a:rPr lang="en-IN" sz="1100" dirty="0"/>
              <a:t>import </a:t>
            </a:r>
            <a:r>
              <a:rPr lang="en-IN" sz="1100" dirty="0" err="1"/>
              <a:t>numpy</a:t>
            </a:r>
            <a:r>
              <a:rPr lang="en-IN" sz="1100" dirty="0"/>
              <a:t> as np</a:t>
            </a:r>
          </a:p>
          <a:p>
            <a:pPr marL="0" indent="0">
              <a:buNone/>
            </a:pPr>
            <a:br>
              <a:rPr lang="en-IN" sz="1100" dirty="0"/>
            </a:br>
            <a:r>
              <a:rPr lang="en-IN" sz="1100" dirty="0"/>
              <a:t># Step 1: Load and </a:t>
            </a:r>
            <a:r>
              <a:rPr lang="en-IN" sz="1100" dirty="0" err="1"/>
              <a:t>preprocess</a:t>
            </a:r>
            <a:r>
              <a:rPr lang="en-IN" sz="1100" dirty="0"/>
              <a:t> the CIFAR-10 dataset</a:t>
            </a:r>
          </a:p>
          <a:p>
            <a:pPr marL="0" indent="0">
              <a:buNone/>
            </a:pPr>
            <a:r>
              <a:rPr lang="en-IN" sz="1100" dirty="0"/>
              <a:t>(</a:t>
            </a:r>
            <a:r>
              <a:rPr lang="en-IN" sz="1100" dirty="0" err="1"/>
              <a:t>x_train</a:t>
            </a:r>
            <a:r>
              <a:rPr lang="en-IN" sz="1100" dirty="0"/>
              <a:t>, </a:t>
            </a:r>
            <a:r>
              <a:rPr lang="en-IN" sz="1100" dirty="0" err="1"/>
              <a:t>y_train</a:t>
            </a:r>
            <a:r>
              <a:rPr lang="en-IN" sz="1100" dirty="0"/>
              <a:t>), (</a:t>
            </a:r>
            <a:r>
              <a:rPr lang="en-IN" sz="1100" dirty="0" err="1"/>
              <a:t>x_test</a:t>
            </a:r>
            <a:r>
              <a:rPr lang="en-IN" sz="1100" dirty="0"/>
              <a:t>, </a:t>
            </a:r>
            <a:r>
              <a:rPr lang="en-IN" sz="1100" dirty="0" err="1"/>
              <a:t>y_test</a:t>
            </a:r>
            <a:r>
              <a:rPr lang="en-IN" sz="1100" dirty="0"/>
              <a:t>) = datasets.cifar10.load_data()</a:t>
            </a:r>
          </a:p>
          <a:p>
            <a:pPr marL="0" indent="0">
              <a:buNone/>
            </a:pPr>
            <a:br>
              <a:rPr lang="en-IN" sz="1100" dirty="0"/>
            </a:br>
            <a:r>
              <a:rPr lang="en-IN" sz="1100" dirty="0"/>
              <a:t># Normalize pixel values to be between 0 and 1</a:t>
            </a:r>
          </a:p>
          <a:p>
            <a:pPr marL="0" indent="0">
              <a:buNone/>
            </a:pPr>
            <a:r>
              <a:rPr lang="en-IN" sz="1100" dirty="0" err="1"/>
              <a:t>x_train</a:t>
            </a:r>
            <a:r>
              <a:rPr lang="en-IN" sz="1100" dirty="0"/>
              <a:t>, </a:t>
            </a:r>
            <a:r>
              <a:rPr lang="en-IN" sz="1100" dirty="0" err="1"/>
              <a:t>x_test</a:t>
            </a:r>
            <a:r>
              <a:rPr lang="en-IN" sz="1100" dirty="0"/>
              <a:t> = </a:t>
            </a:r>
            <a:r>
              <a:rPr lang="en-IN" sz="1100" dirty="0" err="1"/>
              <a:t>x_train</a:t>
            </a:r>
            <a:r>
              <a:rPr lang="en-IN" sz="1100" dirty="0"/>
              <a:t> / 255.0, </a:t>
            </a:r>
            <a:r>
              <a:rPr lang="en-IN" sz="1100" dirty="0" err="1"/>
              <a:t>x_test</a:t>
            </a:r>
            <a:r>
              <a:rPr lang="en-IN" sz="1100" dirty="0"/>
              <a:t> / 255.0</a:t>
            </a:r>
          </a:p>
          <a:p>
            <a:pPr marL="0" indent="0">
              <a:buNone/>
            </a:pPr>
            <a:br>
              <a:rPr lang="en-IN" sz="1100" dirty="0"/>
            </a:br>
            <a:r>
              <a:rPr lang="en-IN" sz="1100" dirty="0"/>
              <a:t># Step 2: Define the CNN model architecture</a:t>
            </a:r>
          </a:p>
          <a:p>
            <a:pPr marL="0" indent="0">
              <a:buNone/>
            </a:pPr>
            <a:r>
              <a:rPr lang="en-IN" sz="1100" dirty="0"/>
              <a:t>model = </a:t>
            </a:r>
            <a:r>
              <a:rPr lang="en-IN" sz="1100" dirty="0" err="1"/>
              <a:t>models.Sequential</a:t>
            </a:r>
            <a:r>
              <a:rPr lang="en-IN" sz="1100" dirty="0"/>
              <a:t>([</a:t>
            </a:r>
          </a:p>
          <a:p>
            <a:pPr marL="0" indent="0">
              <a:buNone/>
            </a:pPr>
            <a:r>
              <a:rPr lang="en-IN" sz="1100" dirty="0"/>
              <a:t>    # Convolutional layer 1: 32 filters, kernel size 3x3, activation </a:t>
            </a:r>
            <a:r>
              <a:rPr lang="en-IN" sz="1100" dirty="0" err="1"/>
              <a:t>ReLU</a:t>
            </a:r>
            <a:endParaRPr lang="en-IN" sz="1100" dirty="0"/>
          </a:p>
          <a:p>
            <a:pPr marL="0" indent="0">
              <a:buNone/>
            </a:pPr>
            <a:r>
              <a:rPr lang="en-IN" sz="1100" dirty="0"/>
              <a:t>    layers.Conv2D(32, (3, 3), activation='</a:t>
            </a:r>
            <a:r>
              <a:rPr lang="en-IN" sz="1100" dirty="0" err="1"/>
              <a:t>relu</a:t>
            </a:r>
            <a:r>
              <a:rPr lang="en-IN" sz="1100" dirty="0"/>
              <a:t>', </a:t>
            </a:r>
            <a:r>
              <a:rPr lang="en-IN" sz="1100" dirty="0" err="1"/>
              <a:t>input_shape</a:t>
            </a:r>
            <a:r>
              <a:rPr lang="en-IN" sz="1100" dirty="0"/>
              <a:t>=(32, 32, 3)),</a:t>
            </a:r>
          </a:p>
          <a:p>
            <a:pPr marL="0" indent="0">
              <a:buNone/>
            </a:pPr>
            <a:r>
              <a:rPr lang="en-IN" sz="1100" dirty="0"/>
              <a:t>    layers.MaxPooling2D((2, 2)),</a:t>
            </a:r>
          </a:p>
          <a:p>
            <a:pPr marL="0" indent="0">
              <a:buNone/>
            </a:pPr>
            <a:br>
              <a:rPr lang="en-IN" sz="1100" dirty="0"/>
            </a:br>
            <a:r>
              <a:rPr lang="en-IN" sz="1100" dirty="0"/>
              <a:t>    # Convolutional layer 2: 64 filters, kernel size 3x3, activation </a:t>
            </a:r>
            <a:r>
              <a:rPr lang="en-IN" sz="1100" dirty="0" err="1"/>
              <a:t>ReLU</a:t>
            </a:r>
            <a:endParaRPr lang="en-IN" sz="1100" dirty="0"/>
          </a:p>
          <a:p>
            <a:pPr marL="0" indent="0">
              <a:buNone/>
            </a:pPr>
            <a:r>
              <a:rPr lang="en-IN" sz="1100" dirty="0"/>
              <a:t>    layers.Conv2D(64, (3, 3), activation='</a:t>
            </a:r>
            <a:r>
              <a:rPr lang="en-IN" sz="1100" dirty="0" err="1"/>
              <a:t>relu</a:t>
            </a:r>
            <a:r>
              <a:rPr lang="en-IN" sz="1100" dirty="0"/>
              <a:t>'),</a:t>
            </a:r>
          </a:p>
          <a:p>
            <a:pPr marL="0" indent="0">
              <a:buNone/>
            </a:pPr>
            <a:r>
              <a:rPr lang="en-IN" sz="1100" dirty="0"/>
              <a:t>    layers.MaxPooling2D((2, 2)),</a:t>
            </a:r>
          </a:p>
          <a:p>
            <a:pPr marL="0" indent="0">
              <a:buNone/>
            </a:pPr>
            <a:br>
              <a:rPr lang="en-IN" sz="1100" dirty="0"/>
            </a:br>
            <a:r>
              <a:rPr lang="en-IN" sz="1100" dirty="0"/>
              <a:t>    # Convolutional layer 3: 64 filters, kernel size 3x3, activation </a:t>
            </a:r>
            <a:r>
              <a:rPr lang="en-IN" sz="1100" dirty="0" err="1"/>
              <a:t>ReLU</a:t>
            </a:r>
            <a:endParaRPr lang="en-IN" sz="1100" dirty="0"/>
          </a:p>
          <a:p>
            <a:pPr marL="0" indent="0">
              <a:buNone/>
            </a:pPr>
            <a:r>
              <a:rPr lang="en-IN" sz="1100" dirty="0"/>
              <a:t>    layers.Conv2D(64, (3, 3), activation='</a:t>
            </a:r>
            <a:r>
              <a:rPr lang="en-IN" sz="1100" dirty="0" err="1"/>
              <a:t>relu</a:t>
            </a:r>
            <a:r>
              <a:rPr lang="en-IN" sz="1100" dirty="0"/>
              <a:t>'),</a:t>
            </a:r>
          </a:p>
          <a:p>
            <a:pPr marL="0" indent="0">
              <a:buNone/>
            </a:pPr>
            <a:br>
              <a:rPr lang="en-IN" sz="1100" dirty="0"/>
            </a:br>
            <a:r>
              <a:rPr lang="en-IN" sz="1100" dirty="0"/>
              <a:t>    # Flatten the output to feed into dense layer</a:t>
            </a:r>
          </a:p>
          <a:p>
            <a:pPr marL="0" indent="0">
              <a:buNone/>
            </a:pPr>
            <a:r>
              <a:rPr lang="en-IN" sz="1100" dirty="0"/>
              <a:t>    </a:t>
            </a:r>
            <a:r>
              <a:rPr lang="en-IN" sz="1100" dirty="0" err="1"/>
              <a:t>layers.Flatten</a:t>
            </a:r>
            <a:r>
              <a:rPr lang="en-IN" sz="1100" dirty="0"/>
              <a:t>(),</a:t>
            </a:r>
          </a:p>
          <a:p>
            <a:pPr marL="0" indent="0">
              <a:buNone/>
            </a:pPr>
            <a:br>
              <a:rPr lang="en-IN" sz="1100" dirty="0"/>
            </a:br>
            <a:endParaRPr lang="en-IN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ECFE69-A7C2-4582-8B07-D843039BE56A}"/>
              </a:ext>
            </a:extLst>
          </p:cNvPr>
          <p:cNvSpPr txBox="1"/>
          <p:nvPr/>
        </p:nvSpPr>
        <p:spPr>
          <a:xfrm>
            <a:off x="6766560" y="301827"/>
            <a:ext cx="554458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    # Fully connected (dense) layer 1</a:t>
            </a:r>
          </a:p>
          <a:p>
            <a:r>
              <a:rPr lang="en-IN" sz="1100" dirty="0"/>
              <a:t>    </a:t>
            </a:r>
            <a:r>
              <a:rPr lang="en-IN" sz="1100" dirty="0" err="1"/>
              <a:t>layers.Dense</a:t>
            </a:r>
            <a:r>
              <a:rPr lang="en-IN" sz="1100" dirty="0"/>
              <a:t>(64, activation='</a:t>
            </a:r>
            <a:r>
              <a:rPr lang="en-IN" sz="1100" dirty="0" err="1"/>
              <a:t>relu</a:t>
            </a:r>
            <a:r>
              <a:rPr lang="en-IN" sz="1100" dirty="0"/>
              <a:t>'),</a:t>
            </a:r>
          </a:p>
          <a:p>
            <a:br>
              <a:rPr lang="en-IN" sz="1100" dirty="0"/>
            </a:br>
            <a:r>
              <a:rPr lang="en-IN" sz="1100" dirty="0"/>
              <a:t>    # Output layer: 10 categories (CIFAR-10 has 10 classes)</a:t>
            </a:r>
          </a:p>
          <a:p>
            <a:r>
              <a:rPr lang="en-IN" sz="1100" dirty="0"/>
              <a:t>    </a:t>
            </a:r>
            <a:r>
              <a:rPr lang="en-IN" sz="1100" dirty="0" err="1"/>
              <a:t>layers.Dense</a:t>
            </a:r>
            <a:r>
              <a:rPr lang="en-IN" sz="1100" dirty="0"/>
              <a:t>(10, activation='</a:t>
            </a:r>
            <a:r>
              <a:rPr lang="en-IN" sz="1100" dirty="0" err="1"/>
              <a:t>softmax</a:t>
            </a:r>
            <a:r>
              <a:rPr lang="en-IN" sz="1100" dirty="0"/>
              <a:t>')</a:t>
            </a:r>
          </a:p>
          <a:p>
            <a:r>
              <a:rPr lang="en-IN" sz="1100" dirty="0"/>
              <a:t>])</a:t>
            </a:r>
          </a:p>
          <a:p>
            <a:br>
              <a:rPr lang="en-IN" sz="1100" dirty="0"/>
            </a:br>
            <a:r>
              <a:rPr lang="en-IN" sz="1100" dirty="0"/>
              <a:t># Step 3: Compile the model</a:t>
            </a:r>
          </a:p>
          <a:p>
            <a:r>
              <a:rPr lang="en-IN" sz="1100" dirty="0" err="1"/>
              <a:t>model.compile</a:t>
            </a:r>
            <a:r>
              <a:rPr lang="en-IN" sz="1100" dirty="0"/>
              <a:t>(optimizer='</a:t>
            </a:r>
            <a:r>
              <a:rPr lang="en-IN" sz="1100" dirty="0" err="1"/>
              <a:t>adam</a:t>
            </a:r>
            <a:r>
              <a:rPr lang="en-IN" sz="1100" dirty="0"/>
              <a:t>',</a:t>
            </a:r>
          </a:p>
          <a:p>
            <a:r>
              <a:rPr lang="en-IN" sz="1100" dirty="0"/>
              <a:t>              loss='</a:t>
            </a:r>
            <a:r>
              <a:rPr lang="en-IN" sz="1100" dirty="0" err="1"/>
              <a:t>sparse_categorical_crossentropy</a:t>
            </a:r>
            <a:r>
              <a:rPr lang="en-IN" sz="1100" dirty="0"/>
              <a:t>',</a:t>
            </a:r>
          </a:p>
          <a:p>
            <a:r>
              <a:rPr lang="en-IN" sz="1100" dirty="0"/>
              <a:t>              metrics=['accuracy'])</a:t>
            </a:r>
          </a:p>
          <a:p>
            <a:br>
              <a:rPr lang="en-IN" sz="1100" dirty="0"/>
            </a:br>
            <a:r>
              <a:rPr lang="en-IN" sz="1100" dirty="0"/>
              <a:t># Step 4: Train the model</a:t>
            </a:r>
          </a:p>
          <a:p>
            <a:r>
              <a:rPr lang="en-IN" sz="1100" dirty="0"/>
              <a:t>history = </a:t>
            </a:r>
            <a:r>
              <a:rPr lang="en-IN" sz="1100" dirty="0" err="1"/>
              <a:t>model.fit</a:t>
            </a:r>
            <a:r>
              <a:rPr lang="en-IN" sz="1100" dirty="0"/>
              <a:t>(</a:t>
            </a:r>
            <a:r>
              <a:rPr lang="en-IN" sz="1100" dirty="0" err="1"/>
              <a:t>x_train</a:t>
            </a:r>
            <a:r>
              <a:rPr lang="en-IN" sz="1100" dirty="0"/>
              <a:t>, </a:t>
            </a:r>
            <a:r>
              <a:rPr lang="en-IN" sz="1100" dirty="0" err="1"/>
              <a:t>y_train</a:t>
            </a:r>
            <a:r>
              <a:rPr lang="en-IN" sz="1100" dirty="0"/>
              <a:t>, epochs=10, </a:t>
            </a:r>
            <a:r>
              <a:rPr lang="en-IN" sz="1100" dirty="0" err="1"/>
              <a:t>validation_data</a:t>
            </a:r>
            <a:r>
              <a:rPr lang="en-IN" sz="1100" dirty="0"/>
              <a:t>=(</a:t>
            </a:r>
            <a:r>
              <a:rPr lang="en-IN" sz="1100" dirty="0" err="1"/>
              <a:t>x_test</a:t>
            </a:r>
            <a:r>
              <a:rPr lang="en-IN" sz="1100" dirty="0"/>
              <a:t>, </a:t>
            </a:r>
            <a:r>
              <a:rPr lang="en-IN" sz="1100" dirty="0" err="1"/>
              <a:t>y_test</a:t>
            </a:r>
            <a:r>
              <a:rPr lang="en-IN" sz="1100" dirty="0"/>
              <a:t>))</a:t>
            </a:r>
          </a:p>
          <a:p>
            <a:br>
              <a:rPr lang="en-IN" sz="1100" dirty="0"/>
            </a:br>
            <a:r>
              <a:rPr lang="en-IN" sz="1100" dirty="0"/>
              <a:t># Step 5: Evaluate the model on the test set</a:t>
            </a:r>
          </a:p>
          <a:p>
            <a:r>
              <a:rPr lang="en-IN" sz="1100" dirty="0" err="1"/>
              <a:t>test_loss</a:t>
            </a:r>
            <a:r>
              <a:rPr lang="en-IN" sz="1100" dirty="0"/>
              <a:t>, </a:t>
            </a:r>
            <a:r>
              <a:rPr lang="en-IN" sz="1100" dirty="0" err="1"/>
              <a:t>test_acc</a:t>
            </a:r>
            <a:r>
              <a:rPr lang="en-IN" sz="1100" dirty="0"/>
              <a:t> = </a:t>
            </a:r>
            <a:r>
              <a:rPr lang="en-IN" sz="1100" dirty="0" err="1"/>
              <a:t>model.evaluate</a:t>
            </a:r>
            <a:r>
              <a:rPr lang="en-IN" sz="1100" dirty="0"/>
              <a:t>(</a:t>
            </a:r>
            <a:r>
              <a:rPr lang="en-IN" sz="1100" dirty="0" err="1"/>
              <a:t>x_test</a:t>
            </a:r>
            <a:r>
              <a:rPr lang="en-IN" sz="1100" dirty="0"/>
              <a:t>, </a:t>
            </a:r>
            <a:r>
              <a:rPr lang="en-IN" sz="1100" dirty="0" err="1"/>
              <a:t>y_test</a:t>
            </a:r>
            <a:r>
              <a:rPr lang="en-IN" sz="1100" dirty="0"/>
              <a:t>)</a:t>
            </a:r>
          </a:p>
          <a:p>
            <a:r>
              <a:rPr lang="en-IN" sz="1100" dirty="0"/>
              <a:t>print(</a:t>
            </a:r>
            <a:r>
              <a:rPr lang="en-IN" sz="1100" dirty="0" err="1"/>
              <a:t>f"Test</a:t>
            </a:r>
            <a:r>
              <a:rPr lang="en-IN" sz="1100" dirty="0"/>
              <a:t> accuracy: {</a:t>
            </a:r>
            <a:r>
              <a:rPr lang="en-IN" sz="1100" dirty="0" err="1"/>
              <a:t>test_acc</a:t>
            </a:r>
            <a:r>
              <a:rPr lang="en-IN" sz="1100" dirty="0"/>
              <a:t>}")</a:t>
            </a:r>
          </a:p>
          <a:p>
            <a:br>
              <a:rPr lang="en-IN" sz="1100" dirty="0"/>
            </a:br>
            <a:r>
              <a:rPr lang="en-IN" sz="1100" dirty="0"/>
              <a:t># Step 6: Plot training history (optional)</a:t>
            </a:r>
          </a:p>
          <a:p>
            <a:r>
              <a:rPr lang="en-IN" sz="1100" dirty="0" err="1"/>
              <a:t>plt.plot</a:t>
            </a:r>
            <a:r>
              <a:rPr lang="en-IN" sz="1100" dirty="0"/>
              <a:t>(</a:t>
            </a:r>
            <a:r>
              <a:rPr lang="en-IN" sz="1100" dirty="0" err="1"/>
              <a:t>history.history</a:t>
            </a:r>
            <a:r>
              <a:rPr lang="en-IN" sz="1100" dirty="0"/>
              <a:t>['accuracy'], label='accuracy')</a:t>
            </a:r>
          </a:p>
          <a:p>
            <a:r>
              <a:rPr lang="en-IN" sz="1100" dirty="0" err="1"/>
              <a:t>plt.plot</a:t>
            </a:r>
            <a:r>
              <a:rPr lang="en-IN" sz="1100" dirty="0"/>
              <a:t>(</a:t>
            </a:r>
            <a:r>
              <a:rPr lang="en-IN" sz="1100" dirty="0" err="1"/>
              <a:t>history.history</a:t>
            </a:r>
            <a:r>
              <a:rPr lang="en-IN" sz="1100" dirty="0"/>
              <a:t>['</a:t>
            </a:r>
            <a:r>
              <a:rPr lang="en-IN" sz="1100" dirty="0" err="1"/>
              <a:t>val_accuracy</a:t>
            </a:r>
            <a:r>
              <a:rPr lang="en-IN" sz="1100" dirty="0"/>
              <a:t>'], label='</a:t>
            </a:r>
            <a:r>
              <a:rPr lang="en-IN" sz="1100" dirty="0" err="1"/>
              <a:t>val_accuracy</a:t>
            </a:r>
            <a:r>
              <a:rPr lang="en-IN" sz="1100" dirty="0"/>
              <a:t>')</a:t>
            </a:r>
          </a:p>
          <a:p>
            <a:r>
              <a:rPr lang="en-IN" sz="1100" dirty="0" err="1"/>
              <a:t>plt.xlabel</a:t>
            </a:r>
            <a:r>
              <a:rPr lang="en-IN" sz="1100" dirty="0"/>
              <a:t>('Epoch')</a:t>
            </a:r>
          </a:p>
          <a:p>
            <a:r>
              <a:rPr lang="en-IN" sz="1100" dirty="0" err="1"/>
              <a:t>plt.ylabel</a:t>
            </a:r>
            <a:r>
              <a:rPr lang="en-IN" sz="1100" dirty="0"/>
              <a:t>('Accuracy')</a:t>
            </a:r>
          </a:p>
          <a:p>
            <a:r>
              <a:rPr lang="en-IN" sz="1100" dirty="0" err="1"/>
              <a:t>plt.legend</a:t>
            </a:r>
            <a:r>
              <a:rPr lang="en-IN" sz="1100" dirty="0"/>
              <a:t>(</a:t>
            </a:r>
            <a:r>
              <a:rPr lang="en-IN" sz="1100" dirty="0" err="1"/>
              <a:t>loc</a:t>
            </a:r>
            <a:r>
              <a:rPr lang="en-IN" sz="1100" dirty="0"/>
              <a:t>='lower right')</a:t>
            </a:r>
          </a:p>
          <a:p>
            <a:r>
              <a:rPr lang="en-IN" sz="1100" dirty="0" err="1"/>
              <a:t>plt.show</a:t>
            </a:r>
            <a:r>
              <a:rPr lang="en-IN" sz="1100" dirty="0"/>
              <a:t>()</a:t>
            </a:r>
          </a:p>
          <a:p>
            <a:br>
              <a:rPr lang="en-IN" sz="1100" dirty="0"/>
            </a:br>
            <a:r>
              <a:rPr lang="en-IN" sz="1100" dirty="0"/>
              <a:t># Step 7: Make predictions (optional)</a:t>
            </a:r>
          </a:p>
          <a:p>
            <a:r>
              <a:rPr lang="en-IN" sz="1100" dirty="0"/>
              <a:t>predictions = </a:t>
            </a:r>
            <a:r>
              <a:rPr lang="en-IN" sz="1100" dirty="0" err="1"/>
              <a:t>model.predict</a:t>
            </a:r>
            <a:r>
              <a:rPr lang="en-IN" sz="1100" dirty="0"/>
              <a:t>(</a:t>
            </a:r>
            <a:r>
              <a:rPr lang="en-IN" sz="1100" dirty="0" err="1"/>
              <a:t>x_test</a:t>
            </a:r>
            <a:r>
              <a:rPr lang="en-IN" sz="1100" dirty="0"/>
              <a:t>)</a:t>
            </a:r>
          </a:p>
          <a:p>
            <a:r>
              <a:rPr lang="en-IN" sz="1100" dirty="0"/>
              <a:t>print(</a:t>
            </a:r>
            <a:r>
              <a:rPr lang="en-IN" sz="1100" dirty="0" err="1"/>
              <a:t>f"Predictions</a:t>
            </a:r>
            <a:r>
              <a:rPr lang="en-IN" sz="1100" dirty="0"/>
              <a:t> for the first test image: {</a:t>
            </a:r>
            <a:r>
              <a:rPr lang="en-IN" sz="1100" dirty="0" err="1"/>
              <a:t>np.argmax</a:t>
            </a:r>
            <a:r>
              <a:rPr lang="en-IN" sz="1100" dirty="0"/>
              <a:t>(predictions[0])}")</a:t>
            </a:r>
          </a:p>
          <a:p>
            <a:br>
              <a:rPr lang="en-IN" sz="1100" dirty="0"/>
            </a:b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430748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7E5E7-0151-4C23-BF93-B14B1E665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7B288-3EBC-4520-BBF2-5D4FBA102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 in google </a:t>
            </a:r>
            <a:r>
              <a:rPr lang="en-US" dirty="0" err="1"/>
              <a:t>colab</a:t>
            </a:r>
            <a:r>
              <a:rPr lang="en-US" dirty="0"/>
              <a:t> notebook..</a:t>
            </a:r>
          </a:p>
          <a:p>
            <a:pPr marL="0" indent="0" algn="ctr">
              <a:buNone/>
            </a:pPr>
            <a:r>
              <a:rPr lang="en-IN" dirty="0">
                <a:hlinkClick r:id="rId2"/>
              </a:rPr>
              <a:t>Untitled10.ipynb - </a:t>
            </a:r>
            <a:r>
              <a:rPr lang="en-IN" dirty="0" err="1">
                <a:hlinkClick r:id="rId2"/>
              </a:rPr>
              <a:t>Colab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5831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375</Words>
  <Application>Microsoft Office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Data Science Project…….</vt:lpstr>
      <vt:lpstr>Introduction</vt:lpstr>
      <vt:lpstr>Problem Statement</vt:lpstr>
      <vt:lpstr>Deep Learning Approach</vt:lpstr>
      <vt:lpstr>Model Architecture</vt:lpstr>
      <vt:lpstr>Code:</vt:lpstr>
      <vt:lpstr>Output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Guest user</dc:creator>
  <cp:lastModifiedBy>Guest user</cp:lastModifiedBy>
  <cp:revision>7</cp:revision>
  <dcterms:created xsi:type="dcterms:W3CDTF">2024-11-08T03:44:29Z</dcterms:created>
  <dcterms:modified xsi:type="dcterms:W3CDTF">2024-11-10T15:56:34Z</dcterms:modified>
</cp:coreProperties>
</file>