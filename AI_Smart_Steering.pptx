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67" r:id="rId6"/>
    <p:sldId id="266" r:id="rId7"/>
    <p:sldId id="261" r:id="rId8"/>
    <p:sldId id="259" r:id="rId9"/>
    <p:sldId id="260" r:id="rId10"/>
    <p:sldId id="268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7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80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80">
                <a:solidFill>
                  <a:srgbClr val="323232"/>
                </a:solidFill>
              </a:defRPr>
            </a:pPr>
            <a:r>
              <a:t>Preventing DUI &amp; Unauthorized Vehicle Use with AI and Biosensors</a:t>
            </a:r>
          </a:p>
        </p:txBody>
      </p:sp>
      <p:pic>
        <p:nvPicPr>
          <p:cNvPr id="4" name="Picture 3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879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84B366-E701-41AA-BDE8-81267D0CA08E}"/>
              </a:ext>
            </a:extLst>
          </p:cNvPr>
          <p:cNvSpPr txBox="1"/>
          <p:nvPr/>
        </p:nvSpPr>
        <p:spPr>
          <a:xfrm>
            <a:off x="386862" y="1763847"/>
            <a:ext cx="45807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DRIVER UNDER INFLUENCE</a:t>
            </a:r>
          </a:p>
          <a:p>
            <a:pPr algn="ctr"/>
            <a:r>
              <a:rPr lang="en-US" sz="5400" b="1" dirty="0">
                <a:solidFill>
                  <a:schemeClr val="bg1"/>
                </a:solidFill>
              </a:rPr>
              <a:t>(</a:t>
            </a:r>
            <a:r>
              <a:rPr lang="en-US" sz="5400" b="1">
                <a:solidFill>
                  <a:schemeClr val="bg1"/>
                </a:solidFill>
              </a:rPr>
              <a:t>DUI)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>
                <a:solidFill>
                  <a:srgbClr val="323232"/>
                </a:solidFill>
              </a:defRPr>
            </a:pPr>
            <a:r>
              <a:rPr u="sng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80">
                <a:solidFill>
                  <a:srgbClr val="323232"/>
                </a:solidFill>
              </a:defRPr>
            </a:pPr>
            <a:r>
              <a:rPr dirty="0"/>
              <a:t>Driving under the influence (DUI) is a leading cause of road accidents. Existing vehicle security systems fail to prevent impaired driving before the engine starts.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585A-F3A1-4643-A711-D27DD768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Introduction</a:t>
            </a:r>
            <a:endParaRPr lang="en-IN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25918-C6FC-4017-8720-CC8E8075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Driving under the influence (DUI) is a leading cause of road accidents. </a:t>
            </a:r>
          </a:p>
          <a:p>
            <a:r>
              <a:rPr lang="en-US" dirty="0"/>
              <a:t>This project proposes an AI-powered smart steering system that prevents DUI-related accidents by integrating biosensors, AI-based monitoring, and real-time alerts.</a:t>
            </a:r>
          </a:p>
          <a:p>
            <a:r>
              <a:rPr lang="en-US" dirty="0"/>
              <a:t>The system utilizes touch-based alcohol detection, heart rate sensors, and AI-driven facial recognition to ensure the driver is sober before allowing the vehicle to start. </a:t>
            </a:r>
          </a:p>
          <a:p>
            <a:r>
              <a:rPr lang="en-US" dirty="0"/>
              <a:t>If impairment is detected, the system locks the engine and sends alerts to emergency contacts.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88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>
                <a:solidFill>
                  <a:srgbClr val="323232"/>
                </a:solidFill>
              </a:defRPr>
            </a:pPr>
            <a:r>
              <a:rPr u="sng" dirty="0"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80">
                <a:solidFill>
                  <a:srgbClr val="323232"/>
                </a:solidFill>
              </a:defRPr>
            </a:pPr>
            <a:r>
              <a:rPr dirty="0"/>
              <a:t>An AI-powered smart steering system that integrates biosensors</a:t>
            </a:r>
            <a:r>
              <a:rPr lang="en-US" dirty="0"/>
              <a:t>, AI-based camera </a:t>
            </a:r>
            <a:r>
              <a:rPr dirty="0"/>
              <a:t>and real-time alerts to prevent DUI.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492017E-D0C1-40E7-A4BB-69CBA1C86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9144000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193DE8-8FC7-4515-8B09-EC611E14E3C6}"/>
              </a:ext>
            </a:extLst>
          </p:cNvPr>
          <p:cNvSpPr txBox="1"/>
          <p:nvPr/>
        </p:nvSpPr>
        <p:spPr>
          <a:xfrm>
            <a:off x="413238" y="448408"/>
            <a:ext cx="3596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Problem : Accidents due to DUI of alcohol or drugs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177E5-6710-43F1-9259-37EC92817E07}"/>
              </a:ext>
            </a:extLst>
          </p:cNvPr>
          <p:cNvSpPr txBox="1"/>
          <p:nvPr/>
        </p:nvSpPr>
        <p:spPr>
          <a:xfrm>
            <a:off x="1538654" y="1441938"/>
            <a:ext cx="110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?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6B54AA-0030-4C73-9D5F-B672A36B701B}"/>
              </a:ext>
            </a:extLst>
          </p:cNvPr>
          <p:cNvSpPr/>
          <p:nvPr/>
        </p:nvSpPr>
        <p:spPr>
          <a:xfrm>
            <a:off x="3052173" y="1303438"/>
            <a:ext cx="20561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DUI-related accidents happen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4581ED-2B33-4F03-9D1B-EDA5B3E951F7}"/>
              </a:ext>
            </a:extLst>
          </p:cNvPr>
          <p:cNvSpPr/>
          <p:nvPr/>
        </p:nvSpPr>
        <p:spPr>
          <a:xfrm>
            <a:off x="3903634" y="2233187"/>
            <a:ext cx="21433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intoxicated drivers still drive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5D4558-D228-414F-96E0-231829387553}"/>
              </a:ext>
            </a:extLst>
          </p:cNvPr>
          <p:cNvSpPr/>
          <p:nvPr/>
        </p:nvSpPr>
        <p:spPr>
          <a:xfrm>
            <a:off x="4739053" y="3105834"/>
            <a:ext cx="22068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isn’t there an in-vehicle mechanism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DA9399-7E76-4D2D-8335-912CADCA4DE8}"/>
              </a:ext>
            </a:extLst>
          </p:cNvPr>
          <p:cNvSpPr/>
          <p:nvPr/>
        </p:nvSpPr>
        <p:spPr>
          <a:xfrm>
            <a:off x="5591907" y="3978481"/>
            <a:ext cx="20177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don’t vehicles have this technology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021983-9E1D-4A95-9266-98C16A1F03D9}"/>
              </a:ext>
            </a:extLst>
          </p:cNvPr>
          <p:cNvSpPr/>
          <p:nvPr/>
        </p:nvSpPr>
        <p:spPr>
          <a:xfrm>
            <a:off x="6317120" y="4851128"/>
            <a:ext cx="22772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theft prevention </a:t>
            </a:r>
          </a:p>
          <a:p>
            <a:pPr algn="ctr"/>
            <a:r>
              <a:rPr lang="en-US" sz="1600" dirty="0"/>
              <a:t>prioritized over driver </a:t>
            </a:r>
          </a:p>
          <a:p>
            <a:pPr algn="ctr"/>
            <a:r>
              <a:rPr lang="en-US" sz="1600" dirty="0"/>
              <a:t>safety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197F1D-617F-425C-A326-C635BE8E94C9}"/>
              </a:ext>
            </a:extLst>
          </p:cNvPr>
          <p:cNvSpPr txBox="1"/>
          <p:nvPr/>
        </p:nvSpPr>
        <p:spPr>
          <a:xfrm>
            <a:off x="5679831" y="5908441"/>
            <a:ext cx="2914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ROOT CAUSE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CC3F7D-C0F0-4C7D-9B40-B4831189CB1C}"/>
              </a:ext>
            </a:extLst>
          </p:cNvPr>
          <p:cNvSpPr/>
          <p:nvPr/>
        </p:nvSpPr>
        <p:spPr>
          <a:xfrm>
            <a:off x="2454184" y="2371686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 ?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F867FC-8ED3-4570-8407-536924212749}"/>
              </a:ext>
            </a:extLst>
          </p:cNvPr>
          <p:cNvSpPr/>
          <p:nvPr/>
        </p:nvSpPr>
        <p:spPr>
          <a:xfrm>
            <a:off x="3362053" y="3189284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 ?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EB15E4-94C7-4D4F-AA09-65E6D3E9CAA6}"/>
              </a:ext>
            </a:extLst>
          </p:cNvPr>
          <p:cNvSpPr/>
          <p:nvPr/>
        </p:nvSpPr>
        <p:spPr>
          <a:xfrm>
            <a:off x="4168684" y="4116980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 ?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ADE9FA-2809-42FB-8A3B-9BB7165300FD}"/>
              </a:ext>
            </a:extLst>
          </p:cNvPr>
          <p:cNvSpPr/>
          <p:nvPr/>
        </p:nvSpPr>
        <p:spPr>
          <a:xfrm>
            <a:off x="5035841" y="5062052"/>
            <a:ext cx="8066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55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237" y="-76997"/>
            <a:ext cx="8229600" cy="1143000"/>
          </a:xfrm>
        </p:spPr>
        <p:txBody>
          <a:bodyPr/>
          <a:lstStyle/>
          <a:p>
            <a:pPr>
              <a:defRPr sz="2880" b="1">
                <a:solidFill>
                  <a:srgbClr val="323232"/>
                </a:solidFill>
              </a:defRPr>
            </a:pPr>
            <a:r>
              <a:rPr u="sng" dirty="0"/>
              <a:t>5 Whys Analysis - DUI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" y="1101114"/>
            <a:ext cx="8686800" cy="5326062"/>
          </a:xfrm>
        </p:spPr>
        <p:txBody>
          <a:bodyPr>
            <a:noAutofit/>
          </a:bodyPr>
          <a:lstStyle/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sz="2100" dirty="0"/>
              <a:t>1.</a:t>
            </a:r>
            <a:r>
              <a:rPr sz="2100" dirty="0"/>
              <a:t>Why do DUI-related accidents happen?</a:t>
            </a:r>
            <a:endParaRPr lang="en-US" sz="21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2100" dirty="0"/>
              <a:t>   Drivers operate vehicles while intoxicated.</a:t>
            </a:r>
          </a:p>
          <a:p>
            <a:pPr>
              <a:defRPr sz="2880">
                <a:solidFill>
                  <a:srgbClr val="323232"/>
                </a:solidFill>
              </a:defRPr>
            </a:pPr>
            <a:endParaRPr sz="21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2100" dirty="0"/>
              <a:t>2. Why do intoxicated drivers still drive?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sz="2100" dirty="0"/>
              <a:t>    </a:t>
            </a:r>
            <a:r>
              <a:rPr sz="2100" dirty="0"/>
              <a:t>There is no in-vehicle mechanism stopping them before they start </a:t>
            </a:r>
            <a:r>
              <a:rPr sz="2100" dirty="0" err="1"/>
              <a:t>dri</a:t>
            </a:r>
            <a:r>
              <a:rPr lang="en-IN" sz="2100" dirty="0"/>
              <a:t>vi</a:t>
            </a:r>
            <a:r>
              <a:rPr sz="2100" dirty="0"/>
              <a:t>ng.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endParaRPr sz="21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2100" dirty="0"/>
              <a:t>3. Why isn’t there an in-vehicle mechanism?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sz="2100" dirty="0"/>
              <a:t>    </a:t>
            </a:r>
            <a:r>
              <a:rPr sz="2100" dirty="0"/>
              <a:t>Most cars lack real-time alcohol detection and impairment monitoring.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endParaRPr sz="21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2100" dirty="0"/>
              <a:t>4. Why don’t vehicles have this technology?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sz="2100" dirty="0"/>
              <a:t>    </a:t>
            </a:r>
            <a:r>
              <a:rPr sz="2100" dirty="0"/>
              <a:t>Vehicle security focuses on theft prevention rather than driver condition.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endParaRPr sz="21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2100" dirty="0"/>
              <a:t>5. Why is theft prevention prioritized over driver safety?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sz="2100" dirty="0"/>
              <a:t>    </a:t>
            </a:r>
            <a:r>
              <a:rPr sz="2100" dirty="0"/>
              <a:t>AI-driven DUI prevention is not yet widely adopted in the automotive </a:t>
            </a:r>
            <a:r>
              <a:rPr lang="en-US" sz="2100" dirty="0"/>
              <a:t>       </a:t>
            </a:r>
            <a:r>
              <a:rPr sz="2100" dirty="0"/>
              <a:t>industry.</a:t>
            </a:r>
          </a:p>
          <a:p>
            <a:pPr>
              <a:defRPr sz="2880">
                <a:solidFill>
                  <a:srgbClr val="323232"/>
                </a:solidFill>
              </a:defRPr>
            </a:pPr>
            <a:endParaRPr sz="2100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24508C3-900A-44EE-9E23-8275119A7402}"/>
              </a:ext>
            </a:extLst>
          </p:cNvPr>
          <p:cNvSpPr/>
          <p:nvPr/>
        </p:nvSpPr>
        <p:spPr>
          <a:xfrm>
            <a:off x="268165" y="1564784"/>
            <a:ext cx="378069" cy="2198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D248E46-3B31-4345-A627-8973FA6873F3}"/>
              </a:ext>
            </a:extLst>
          </p:cNvPr>
          <p:cNvSpPr/>
          <p:nvPr/>
        </p:nvSpPr>
        <p:spPr>
          <a:xfrm>
            <a:off x="285746" y="6196685"/>
            <a:ext cx="378069" cy="2198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516FCBD-9D83-4E46-B23C-FD3F42596B10}"/>
              </a:ext>
            </a:extLst>
          </p:cNvPr>
          <p:cNvSpPr/>
          <p:nvPr/>
        </p:nvSpPr>
        <p:spPr>
          <a:xfrm>
            <a:off x="268163" y="5050753"/>
            <a:ext cx="378069" cy="2198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DB1FA89-0F41-4FDC-98D6-AF1725B8E0BA}"/>
              </a:ext>
            </a:extLst>
          </p:cNvPr>
          <p:cNvSpPr/>
          <p:nvPr/>
        </p:nvSpPr>
        <p:spPr>
          <a:xfrm>
            <a:off x="285747" y="3894138"/>
            <a:ext cx="378069" cy="2198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AE04D4F-BBEE-4BD2-A8C0-6BDC75EF8832}"/>
              </a:ext>
            </a:extLst>
          </p:cNvPr>
          <p:cNvSpPr/>
          <p:nvPr/>
        </p:nvSpPr>
        <p:spPr>
          <a:xfrm>
            <a:off x="268164" y="2748206"/>
            <a:ext cx="378069" cy="2198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>
                <a:solidFill>
                  <a:srgbClr val="323232"/>
                </a:solidFill>
              </a:defRPr>
            </a:pPr>
            <a:r>
              <a:rPr u="sng" dirty="0"/>
              <a:t>Sustainability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Reduces DUI-related accidents, saving lives.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Uses energy-efficient biosensors &amp; AI for</a:t>
            </a:r>
            <a:r>
              <a:rPr lang="en-IN" dirty="0"/>
              <a:t> </a:t>
            </a:r>
            <a:r>
              <a:rPr dirty="0"/>
              <a:t>sustainability.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Encourages AI-driven smart transportation solutions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>
                <a:solidFill>
                  <a:srgbClr val="323232"/>
                </a:solidFill>
              </a:defRPr>
            </a:pPr>
            <a:r>
              <a:rPr u="sng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80">
                <a:solidFill>
                  <a:srgbClr val="323232"/>
                </a:solidFill>
              </a:defRPr>
            </a:pPr>
            <a:r>
              <a:rPr dirty="0"/>
              <a:t>Sensors on the steering wheel detect alcohol levels and heart rate.</a:t>
            </a:r>
          </a:p>
          <a:p>
            <a:pPr>
              <a:defRPr sz="2880">
                <a:solidFill>
                  <a:srgbClr val="323232"/>
                </a:solidFill>
              </a:defRPr>
            </a:pPr>
            <a:r>
              <a:rPr dirty="0"/>
              <a:t>Drowsiness detection ensures alertness.</a:t>
            </a:r>
          </a:p>
          <a:p>
            <a:pPr>
              <a:defRPr sz="2880">
                <a:solidFill>
                  <a:srgbClr val="323232"/>
                </a:solidFill>
              </a:defRPr>
            </a:pPr>
            <a:r>
              <a:rPr dirty="0"/>
              <a:t> If impairment is detected, the system locks the engine and sends alerts.</a:t>
            </a:r>
          </a:p>
          <a:p>
            <a:pPr>
              <a:defRPr sz="2880">
                <a:solidFill>
                  <a:srgbClr val="323232"/>
                </a:solidFill>
              </a:defRPr>
            </a:pPr>
            <a:r>
              <a:rPr dirty="0"/>
              <a:t>Mobile app allows remote control and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>
                <a:solidFill>
                  <a:srgbClr val="323232"/>
                </a:solidFill>
              </a:defRPr>
            </a:pPr>
            <a:r>
              <a:rPr u="sng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Touch-based Alcohol &amp; Heart Rate Sensors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AI Facial Recognition &amp; Drowsiness Detection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Engine Lock Mechanism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Mobile App for Remote Access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• Real-Time Alerts to Emergency Contacts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590D-C522-4DE1-A4DC-35325793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337" y="532434"/>
            <a:ext cx="7540906" cy="257797"/>
          </a:xfrm>
        </p:spPr>
        <p:txBody>
          <a:bodyPr>
            <a:noAutofit/>
          </a:bodyPr>
          <a:lstStyle/>
          <a:p>
            <a:r>
              <a:rPr lang="en-US" sz="3200" dirty="0"/>
              <a:t>Companies that tried DUI related technologies but failed to avoid DUI related accidents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FCE802-A420-4BA8-9193-B81B3FC58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1843" y="1417638"/>
            <a:ext cx="4203643" cy="5334854"/>
          </a:xfrm>
        </p:spPr>
      </p:pic>
    </p:spTree>
    <p:extLst>
      <p:ext uri="{BB962C8B-B14F-4D97-AF65-F5344CB8AC3E}">
        <p14:creationId xmlns:p14="http://schemas.microsoft.com/office/powerpoint/2010/main" val="416835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263C-8114-4FEE-AA24-C2C994A8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Overall it contributes to the smart transportation and encourages safer, AI-driven vehicle control.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THANK YOU….</a:t>
            </a:r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492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440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Problem Statement</vt:lpstr>
      <vt:lpstr>Introduction</vt:lpstr>
      <vt:lpstr>Our Solution</vt:lpstr>
      <vt:lpstr>PowerPoint Presentation</vt:lpstr>
      <vt:lpstr>5 Whys Analysis - DUI Problem</vt:lpstr>
      <vt:lpstr>Sustainability &amp; Impact</vt:lpstr>
      <vt:lpstr>How It Works</vt:lpstr>
      <vt:lpstr>Key Features</vt:lpstr>
      <vt:lpstr>Companies that tried DUI related technologies but failed to avoid DUI related accidents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Guest user</cp:lastModifiedBy>
  <cp:revision>23</cp:revision>
  <dcterms:created xsi:type="dcterms:W3CDTF">2013-01-27T09:14:16Z</dcterms:created>
  <dcterms:modified xsi:type="dcterms:W3CDTF">2025-03-07T10:26:28Z</dcterms:modified>
  <cp:category/>
</cp:coreProperties>
</file>