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458438CE-9E6D-4454-98D3-60CF19251854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E00E809-14E6-45B7-A60D-96CA06657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761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38CE-9E6D-4454-98D3-60CF19251854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E809-14E6-45B7-A60D-96CA06657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040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58438CE-9E6D-4454-98D3-60CF19251854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AE00E809-14E6-45B7-A60D-96CA06657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24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38CE-9E6D-4454-98D3-60CF19251854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E809-14E6-45B7-A60D-96CA06657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735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38CE-9E6D-4454-98D3-60CF19251854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E809-14E6-45B7-A60D-96CA06657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3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38CE-9E6D-4454-98D3-60CF19251854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E809-14E6-45B7-A60D-96CA06657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31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38CE-9E6D-4454-98D3-60CF19251854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E809-14E6-45B7-A60D-96CA06657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40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38CE-9E6D-4454-98D3-60CF19251854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E00E809-14E6-45B7-A60D-96CA0665780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6170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58438CE-9E6D-4454-98D3-60CF19251854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E00E809-14E6-45B7-A60D-96CA0665780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90195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38CE-9E6D-4454-98D3-60CF19251854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E809-14E6-45B7-A60D-96CA06657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280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38CE-9E6D-4454-98D3-60CF19251854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E809-14E6-45B7-A60D-96CA06657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524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58438CE-9E6D-4454-98D3-60CF19251854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E00E809-14E6-45B7-A60D-96CA06657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64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nsa.pl/wiki/Problem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E167-9C9E-4855-A724-312BAC64F4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Menza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8AF15-D286-4EF3-A1E8-31DE98F9E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Cambridge Canteen App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325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52BA-5FEC-4996-B2AC-D9998734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A637D-5E14-44CF-81A8-799A207B9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4313"/>
            <a:ext cx="10515600" cy="4962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College canteen app- Menza make it easier for students and staff to order food from the canteen without having to wait in line.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From this app, everyone and anyone within the campus can order the food, know the menu, schedule their order, give feedback or reviews, know the cost of the item,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778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1FE25-5E57-4121-BAF2-0CE352EE2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4DA7B-734E-401F-B57D-65F95ED3D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Food is the very most essential part of the life , from students to teacher’s including non-teaching staff everyone, one or the other time we depend on canteen food 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there are many challenge faced near the canteen like:</a:t>
            </a:r>
          </a:p>
          <a:p>
            <a:r>
              <a:rPr lang="en-US" dirty="0"/>
              <a:t>Budget/cost</a:t>
            </a:r>
          </a:p>
          <a:p>
            <a:r>
              <a:rPr lang="en-US" dirty="0"/>
              <a:t>menu</a:t>
            </a:r>
          </a:p>
          <a:p>
            <a:r>
              <a:rPr lang="en-US" dirty="0"/>
              <a:t>Out of stock</a:t>
            </a:r>
          </a:p>
          <a:p>
            <a:r>
              <a:rPr lang="en-US" dirty="0"/>
              <a:t>Taste</a:t>
            </a:r>
          </a:p>
          <a:p>
            <a:pPr marL="0" indent="0">
              <a:buNone/>
            </a:pPr>
            <a:r>
              <a:rPr lang="en-US" dirty="0"/>
              <a:t>And so 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06C959-9E16-49D4-9EF1-0792F7D0B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3412" y="136186"/>
            <a:ext cx="1591771" cy="15545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B48F6C-9013-4AF7-B99F-EABBFE6A3455}"/>
              </a:ext>
            </a:extLst>
          </p:cNvPr>
          <p:cNvSpPr txBox="1"/>
          <p:nvPr/>
        </p:nvSpPr>
        <p:spPr>
          <a:xfrm flipV="1">
            <a:off x="-5252936" y="29567"/>
            <a:ext cx="17547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nonsa.pl/wiki/Problem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07935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10E0-411D-427A-8B09-74A041A8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447" y="214527"/>
            <a:ext cx="10515600" cy="764771"/>
          </a:xfrm>
        </p:spPr>
        <p:txBody>
          <a:bodyPr/>
          <a:lstStyle/>
          <a:p>
            <a:pPr algn="ctr"/>
            <a:r>
              <a:rPr lang="en-US" dirty="0"/>
              <a:t>Why Menza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17E78-801C-42DB-8882-99D6DBB08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2095"/>
            <a:ext cx="10515600" cy="5004868"/>
          </a:xfrm>
        </p:spPr>
        <p:txBody>
          <a:bodyPr/>
          <a:lstStyle/>
          <a:p>
            <a:r>
              <a:rPr lang="en-US" dirty="0"/>
              <a:t>Ease of ordering food</a:t>
            </a:r>
          </a:p>
          <a:p>
            <a:r>
              <a:rPr lang="en-US" dirty="0"/>
              <a:t>Easy menu access</a:t>
            </a:r>
          </a:p>
          <a:p>
            <a:r>
              <a:rPr lang="en-US" dirty="0"/>
              <a:t>Ease of cost/budget handling</a:t>
            </a:r>
          </a:p>
          <a:p>
            <a:r>
              <a:rPr lang="en-US" dirty="0"/>
              <a:t>Real-time updates</a:t>
            </a:r>
          </a:p>
          <a:p>
            <a:r>
              <a:rPr lang="en-US" dirty="0"/>
              <a:t>Ratings</a:t>
            </a:r>
          </a:p>
          <a:p>
            <a:r>
              <a:rPr lang="en-US" dirty="0"/>
              <a:t>Easy to provide feedback</a:t>
            </a:r>
          </a:p>
          <a:p>
            <a:r>
              <a:rPr lang="en-US" dirty="0"/>
              <a:t>Reduce tokens/paper work</a:t>
            </a:r>
          </a:p>
          <a:p>
            <a:r>
              <a:rPr lang="en-US" dirty="0"/>
              <a:t>Reducing human errors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3B4F2-1511-4DA2-9484-B4BD715A5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004" y="936750"/>
            <a:ext cx="3081251" cy="2044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CD2390-165F-4550-A1D8-A5D5BCB47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276" y="2965500"/>
            <a:ext cx="2269538" cy="16140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EFE2B8-5EF2-4A4F-87E7-CD68666AE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213" y="4586157"/>
            <a:ext cx="4488832" cy="18459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5F86F36-49C8-4149-A077-4F01619E86C7}"/>
              </a:ext>
            </a:extLst>
          </p:cNvPr>
          <p:cNvSpPr/>
          <p:nvPr/>
        </p:nvSpPr>
        <p:spPr>
          <a:xfrm>
            <a:off x="8932026" y="6083558"/>
            <a:ext cx="756458" cy="2862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3D54C8-5378-4FC7-BB1F-F3FF2F05FA25}"/>
              </a:ext>
            </a:extLst>
          </p:cNvPr>
          <p:cNvSpPr txBox="1"/>
          <p:nvPr/>
        </p:nvSpPr>
        <p:spPr>
          <a:xfrm>
            <a:off x="9024128" y="6083558"/>
            <a:ext cx="756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ITEMS RATING</a:t>
            </a:r>
          </a:p>
          <a:p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995031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1523-5A04-427A-BE1E-89264300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603" y="242700"/>
            <a:ext cx="7697585" cy="57194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How Menza works: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7CFC1-62C4-4D76-A989-E2AE9EA59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603" y="980902"/>
            <a:ext cx="7514528" cy="5320146"/>
          </a:xfrm>
        </p:spPr>
      </p:pic>
    </p:spTree>
    <p:extLst>
      <p:ext uri="{BB962C8B-B14F-4D97-AF65-F5344CB8AC3E}">
        <p14:creationId xmlns:p14="http://schemas.microsoft.com/office/powerpoint/2010/main" val="2613082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F034D-B8CD-4F56-AB7D-F66AB88A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944" y="332508"/>
            <a:ext cx="10058400" cy="1371600"/>
          </a:xfrm>
        </p:spPr>
        <p:txBody>
          <a:bodyPr/>
          <a:lstStyle/>
          <a:p>
            <a:r>
              <a:rPr lang="en-US" dirty="0"/>
              <a:t>Outline of the Application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CF55BE-6EEE-4A3C-8E84-E9E28C7A2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55" y="1499496"/>
            <a:ext cx="10583487" cy="502599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8E8591-C1E2-4DD8-9174-B4E138F59A57}"/>
              </a:ext>
            </a:extLst>
          </p:cNvPr>
          <p:cNvSpPr txBox="1"/>
          <p:nvPr/>
        </p:nvSpPr>
        <p:spPr>
          <a:xfrm>
            <a:off x="5605548" y="4738255"/>
            <a:ext cx="1111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LOGIN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27494C-FD15-498B-8F36-F8D0DDF13B32}"/>
              </a:ext>
            </a:extLst>
          </p:cNvPr>
          <p:cNvSpPr/>
          <p:nvPr/>
        </p:nvSpPr>
        <p:spPr>
          <a:xfrm>
            <a:off x="5605548" y="4738255"/>
            <a:ext cx="870067" cy="2992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22E43B-1847-45FE-92FB-A9F0B390B4B2}"/>
              </a:ext>
            </a:extLst>
          </p:cNvPr>
          <p:cNvSpPr txBox="1"/>
          <p:nvPr/>
        </p:nvSpPr>
        <p:spPr>
          <a:xfrm>
            <a:off x="5605548" y="4703218"/>
            <a:ext cx="86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453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249B9F-5136-49D2-92DA-6CB1C92EB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938"/>
            <a:ext cx="6096000" cy="515146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032336-7816-4090-A638-E9920D6CB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4800EE-463F-42BD-81B1-E349C53610FF}"/>
              </a:ext>
            </a:extLst>
          </p:cNvPr>
          <p:cNvSpPr txBox="1"/>
          <p:nvPr/>
        </p:nvSpPr>
        <p:spPr>
          <a:xfrm>
            <a:off x="91439" y="4203199"/>
            <a:ext cx="442237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RFID card scanning</a:t>
            </a:r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33A6E-F728-43F6-9CAD-88D6F22BAD1F}"/>
              </a:ext>
            </a:extLst>
          </p:cNvPr>
          <p:cNvSpPr txBox="1"/>
          <p:nvPr/>
        </p:nvSpPr>
        <p:spPr>
          <a:xfrm>
            <a:off x="897774" y="5151467"/>
            <a:ext cx="51982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</a:t>
            </a:r>
          </a:p>
          <a:p>
            <a:r>
              <a:rPr lang="en-US" dirty="0"/>
              <a:t>Metro card</a:t>
            </a:r>
          </a:p>
          <a:p>
            <a:r>
              <a:rPr lang="en-US" dirty="0"/>
              <a:t>Students attendance card</a:t>
            </a:r>
          </a:p>
          <a:p>
            <a:r>
              <a:rPr lang="en-US" dirty="0"/>
              <a:t>Library card </a:t>
            </a:r>
          </a:p>
          <a:p>
            <a:r>
              <a:rPr lang="en-US" dirty="0" err="1"/>
              <a:t>Etc</a:t>
            </a:r>
            <a:r>
              <a:rPr lang="en-US" dirty="0"/>
              <a:t>…….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6847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931E8-5C1E-4D66-A46C-10513C858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/>
              <a:t>Thank You..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151350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615</TotalTime>
  <Words>191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Garamond</vt:lpstr>
      <vt:lpstr>Savon</vt:lpstr>
      <vt:lpstr>Menza </vt:lpstr>
      <vt:lpstr>Introduction</vt:lpstr>
      <vt:lpstr>Problem statement:</vt:lpstr>
      <vt:lpstr>Why Menza</vt:lpstr>
      <vt:lpstr>How Menza works:</vt:lpstr>
      <vt:lpstr>Outline of the Application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Menza</dc:title>
  <dc:creator>Guest user</dc:creator>
  <cp:lastModifiedBy>Guest user</cp:lastModifiedBy>
  <cp:revision>24</cp:revision>
  <dcterms:created xsi:type="dcterms:W3CDTF">2024-09-17T13:44:03Z</dcterms:created>
  <dcterms:modified xsi:type="dcterms:W3CDTF">2024-10-02T15:13:34Z</dcterms:modified>
</cp:coreProperties>
</file>