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263" r:id="rId2"/>
    <p:sldId id="264" r:id="rId3"/>
    <p:sldId id="268" r:id="rId4"/>
    <p:sldId id="269" r:id="rId5"/>
    <p:sldId id="265" r:id="rId6"/>
    <p:sldId id="266" r:id="rId7"/>
    <p:sldId id="270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0" y="1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60FF6-4F02-41AF-9D79-9820270FCBD6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7CFDA-6ECB-4984-BC1D-18C52F4245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25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609C5-75BB-4414-9338-7A1C0CAD17B5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BF0A6-9DE7-4D4F-86C7-D6F614E294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90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BF0A6-9DE7-4D4F-86C7-D6F614E2948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26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2">
                  <a:lumMod val="40000"/>
                  <a:lumOff val="60000"/>
                </a:scheme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6012180" y="359898"/>
            <a:ext cx="57734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pic>
        <p:nvPicPr>
          <p:cNvPr id="2" name="Picture 1" descr="Close up of a light bulb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"/>
            <a:ext cx="5864352" cy="6851904"/>
          </a:xfrm>
          <a:prstGeom prst="rect">
            <a:avLst/>
          </a:prstGeom>
        </p:spPr>
      </p:pic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6012180" y="1850064"/>
            <a:ext cx="57734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8EBD9-46A2-40AA-B697-98766145A886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7B2D-6C19-4FB8-AD3B-312F91A6DE27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11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422400" y="-54"/>
            <a:ext cx="1076545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940" y="2600325"/>
            <a:ext cx="10166316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4" name="Picture 13" descr="Close up of light filament of a half bulb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4507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5940" y="1066800"/>
            <a:ext cx="10166316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4C99-0188-4D6D-ADDE-7E871040F43D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0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0A9A-9DB6-425A-B24B-69B72F7991F0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6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A43BB-652D-46FC-8C76-5DA450289705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50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A8089-D876-4596-9EA7-540BFC0A0C99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5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C25B-F9F9-4099-BE3E-8EF672F7A3BB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34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778"/>
            <a:ext cx="108712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06964"/>
            <a:ext cx="108712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DB2D-B29B-4A0B-A90F-91428B1758FB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23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712A-4D55-4436-9AC3-F03B65A600DB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22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67C1-C640-41DC-8D55-48A9F1878140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7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CAD4B-8158-470D-A9F3-826C904334BD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WorldMart  |  A Global Store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4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 descr="Close up of a light bulb"/>
          <p:cNvGrpSpPr/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Rectangle 1"/>
            <p:cNvSpPr/>
            <p:nvPr userDrawn="1"/>
          </p:nvSpPr>
          <p:spPr>
            <a:xfrm>
              <a:off x="0" y="0"/>
              <a:ext cx="12188952" cy="6858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45079" cy="6858000"/>
            </a:xfrm>
            <a:prstGeom prst="rect">
              <a:avLst/>
            </a:prstGeom>
          </p:spPr>
        </p:pic>
      </p:grp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  <a:extLst/>
          </a:lstStyle>
          <a:p>
            <a:fld id="{5759F28E-2F42-40CA-82B1-7802976B4B72}" type="datetime1">
              <a:rPr lang="en-US" smtClean="0"/>
              <a:t>9/21/2024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1"/>
                </a:solidFill>
                <a:effectLst/>
              </a:defRPr>
            </a:lvl1pPr>
            <a:extLst/>
          </a:lstStyle>
          <a:p>
            <a:r>
              <a:rPr lang="en-US" dirty="0"/>
              <a:t>WorldMart  |  A Global Store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79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latinLnBrk="0" hangingPunct="1">
        <a:spcBef>
          <a:spcPct val="0"/>
        </a:spcBef>
        <a:buNone/>
        <a:defRPr kumimoji="0" sz="4300" b="0" kern="1200">
          <a:solidFill>
            <a:schemeClr val="accent1"/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0" y="1452496"/>
            <a:ext cx="5773420" cy="1472184"/>
          </a:xfrm>
        </p:spPr>
        <p:txBody>
          <a:bodyPr>
            <a:normAutofit fontScale="90000"/>
          </a:bodyPr>
          <a:lstStyle/>
          <a:p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r>
              <a:rPr lang="en-US" sz="8900" dirty="0">
                <a:solidFill>
                  <a:srgbClr val="0070C0"/>
                </a:solidFill>
              </a:rPr>
              <a:t>IDEA</a:t>
            </a:r>
            <a:r>
              <a:rPr lang="en-US" sz="6000" dirty="0"/>
              <a:t> </a:t>
            </a:r>
            <a:r>
              <a:rPr lang="en-US" sz="4400" dirty="0"/>
              <a:t>PROPOSAL</a:t>
            </a:r>
            <a:r>
              <a:rPr lang="en-US" sz="6000" dirty="0"/>
              <a:t> </a:t>
            </a:r>
            <a:r>
              <a:rPr lang="en-US" dirty="0"/>
              <a:t>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2180" y="2767914"/>
            <a:ext cx="5773420" cy="399123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Bhumikaa B.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800" b="1" dirty="0"/>
              <a:t>Bachelors of Engineering</a:t>
            </a:r>
            <a:r>
              <a:rPr lang="en-US" sz="1800" dirty="0"/>
              <a:t>, </a:t>
            </a:r>
          </a:p>
          <a:p>
            <a:r>
              <a:rPr lang="en-US" sz="1800" dirty="0"/>
              <a:t>Artificial Intelligence &amp; Machine Learning Branch At </a:t>
            </a:r>
            <a:r>
              <a:rPr lang="en-US" sz="1800" b="1" dirty="0"/>
              <a:t>Cambridge Institute of Technology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58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38382" y="0"/>
            <a:ext cx="10753618" cy="6781800"/>
          </a:xfrm>
        </p:spPr>
        <p:txBody>
          <a:bodyPr/>
          <a:lstStyle/>
          <a:p>
            <a:pPr marL="402336" lvl="1" indent="0" algn="ctr">
              <a:buNone/>
            </a:pPr>
            <a:r>
              <a:rPr lang="en-US" sz="8000" u="sng" dirty="0"/>
              <a:t>WorldMart </a:t>
            </a:r>
          </a:p>
          <a:p>
            <a:pPr marL="402336" lvl="1" indent="0" algn="ctr">
              <a:buNone/>
            </a:pPr>
            <a:r>
              <a:rPr lang="en-US" dirty="0"/>
              <a:t>  A Global Store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3400" b="1" u="sng" dirty="0"/>
              <a:t>PRIMARY OBJECTIVES:</a:t>
            </a:r>
            <a:br>
              <a:rPr lang="en-US" sz="3400" b="1" u="sng" dirty="0"/>
            </a:br>
            <a:r>
              <a:rPr lang="en-US" sz="2800" dirty="0"/>
              <a:t>                                              A comprehensive “</a:t>
            </a:r>
            <a:r>
              <a:rPr lang="en-US" sz="2800" b="1" u="sng" dirty="0"/>
              <a:t>unified global seller/buyer platform”.</a:t>
            </a:r>
            <a:endParaRPr lang="en-US" dirty="0"/>
          </a:p>
          <a:p>
            <a:pPr marL="402336" lvl="1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FFD368-1157-2CE4-E152-5976DFA9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2464" y="6305550"/>
            <a:ext cx="3860800" cy="476250"/>
          </a:xfrm>
        </p:spPr>
        <p:txBody>
          <a:bodyPr/>
          <a:lstStyle/>
          <a:p>
            <a:pPr algn="ctr"/>
            <a:r>
              <a:rPr lang="en-US" b="1" dirty="0"/>
              <a:t>WorldMart</a:t>
            </a:r>
            <a:r>
              <a:rPr lang="en-US" dirty="0"/>
              <a:t>  |  A Global Store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D53FAB-7B23-187F-D712-97489D4A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95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69D4-9B5B-129D-A73D-76C19571C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br>
              <a:rPr lang="en-US" sz="4400" u="sng" dirty="0"/>
            </a:br>
            <a:r>
              <a:rPr lang="en-US" sz="4400" u="sng" dirty="0"/>
              <a:t>MERITS:</a:t>
            </a:r>
            <a:br>
              <a:rPr lang="en-US" sz="4400" u="sng" dirty="0"/>
            </a:br>
            <a:br>
              <a:rPr lang="en-US" sz="4400" u="sng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9AF47-411D-B221-ABB9-1E8ACCCF7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144" y="1232034"/>
            <a:ext cx="9997440" cy="5016366"/>
          </a:xfrm>
        </p:spPr>
        <p:txBody>
          <a:bodyPr>
            <a:normAutofit/>
          </a:bodyPr>
          <a:lstStyle/>
          <a:p>
            <a:pPr marL="82296" indent="0">
              <a:buNone/>
            </a:pPr>
            <a:endParaRPr lang="en-US" sz="4000" u="sng" dirty="0"/>
          </a:p>
          <a:p>
            <a:pPr marL="82296" indent="0">
              <a:buNone/>
            </a:pPr>
            <a:r>
              <a:rPr lang="en-US" sz="4000" u="sng" dirty="0"/>
              <a:t>*BUSSINESS MERITS:</a:t>
            </a:r>
            <a:endParaRPr lang="en-US" sz="40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000" dirty="0"/>
              <a:t>Expanded market reach for seller’s across the geographic boundaries.(Approximately 190+ countries)</a:t>
            </a:r>
          </a:p>
          <a:p>
            <a:r>
              <a:rPr lang="en-US" sz="2000" dirty="0"/>
              <a:t>Market place can offer/serve to the needs of approximately 80.1 billion population across the geographies under 1-platform.</a:t>
            </a:r>
          </a:p>
          <a:p>
            <a:r>
              <a:rPr lang="en-US" sz="2000" dirty="0"/>
              <a:t>AI driven marketing for both seller and buyer.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F92F3-2A5F-4D16-0364-1C4F6A7A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2464" y="6305550"/>
            <a:ext cx="3860800" cy="476250"/>
          </a:xfrm>
        </p:spPr>
        <p:txBody>
          <a:bodyPr/>
          <a:lstStyle/>
          <a:p>
            <a:pPr algn="ctr"/>
            <a:r>
              <a:rPr lang="en-US" b="1" dirty="0"/>
              <a:t>WorldMart</a:t>
            </a:r>
            <a:r>
              <a:rPr lang="en-US" dirty="0"/>
              <a:t>  |  A Global Store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F4790-3661-01BE-DD45-147D6912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7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6E80-4409-0D8D-9D61-DA42F0E1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u="sng" dirty="0"/>
              <a:t>*SOCIAL MERITS:</a:t>
            </a:r>
            <a:br>
              <a:rPr lang="en-US" sz="4400" b="1" u="sng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BC7D0-F41C-FF1E-C01A-D38C42451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144" y="1790300"/>
            <a:ext cx="9997440" cy="4458100"/>
          </a:xfrm>
        </p:spPr>
        <p:txBody>
          <a:bodyPr>
            <a:normAutofit/>
          </a:bodyPr>
          <a:lstStyle/>
          <a:p>
            <a:r>
              <a:rPr lang="en-US" sz="2000" dirty="0"/>
              <a:t>Provide cultural exchange.</a:t>
            </a:r>
          </a:p>
          <a:p>
            <a:endParaRPr lang="en-US" sz="2000" dirty="0"/>
          </a:p>
          <a:p>
            <a:r>
              <a:rPr lang="en-US" sz="2000" dirty="0"/>
              <a:t>Establish worthy trust between buyer and the seller across geographical territories.</a:t>
            </a:r>
          </a:p>
          <a:p>
            <a:endParaRPr lang="en-US" sz="2000" dirty="0"/>
          </a:p>
          <a:p>
            <a:r>
              <a:rPr lang="en-US" sz="2000" dirty="0"/>
              <a:t>Balancing global supply and demand chain by:</a:t>
            </a:r>
          </a:p>
          <a:p>
            <a:pPr marL="0" indent="0">
              <a:buNone/>
            </a:pPr>
            <a:r>
              <a:rPr lang="en-US" sz="2000" dirty="0"/>
              <a:t>1.Effectively showcase surplus products against deficit requirement.</a:t>
            </a:r>
          </a:p>
          <a:p>
            <a:pPr marL="0" indent="0">
              <a:buNone/>
            </a:pPr>
            <a:r>
              <a:rPr lang="en-US" sz="2000" dirty="0"/>
              <a:t>2.Expose consumers to seasonal and regional best products 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BEB11-8C4D-801F-796A-4F5A23D2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8812" y="6248400"/>
            <a:ext cx="3860800" cy="476250"/>
          </a:xfrm>
        </p:spPr>
        <p:txBody>
          <a:bodyPr/>
          <a:lstStyle/>
          <a:p>
            <a:pPr algn="ctr"/>
            <a:r>
              <a:rPr lang="en-US" b="1" dirty="0"/>
              <a:t>WorldMart</a:t>
            </a:r>
            <a:r>
              <a:rPr lang="en-US" dirty="0"/>
              <a:t>  |  A Global Store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C8BAF-2886-38AE-61D5-67FD40E9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51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 and Content Layout with Chart"/>
          <p:cNvSpPr>
            <a:spLocks noGrp="1"/>
          </p:cNvSpPr>
          <p:nvPr>
            <p:ph type="title"/>
          </p:nvPr>
        </p:nvSpPr>
        <p:spPr>
          <a:xfrm>
            <a:off x="1914144" y="69082"/>
            <a:ext cx="9997440" cy="800049"/>
          </a:xfrm>
        </p:spPr>
        <p:txBody>
          <a:bodyPr/>
          <a:lstStyle/>
          <a:p>
            <a:r>
              <a:rPr lang="en-US" dirty="0"/>
              <a:t>UNIQUE SELLING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87E65-92D3-D22E-2977-032C016D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81512030-17D9-97D9-7296-EFB4779F9A9A}"/>
              </a:ext>
            </a:extLst>
          </p:cNvPr>
          <p:cNvSpPr txBox="1">
            <a:spLocks/>
          </p:cNvSpPr>
          <p:nvPr/>
        </p:nvSpPr>
        <p:spPr>
          <a:xfrm>
            <a:off x="4982464" y="6305550"/>
            <a:ext cx="38608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WorldMart</a:t>
            </a:r>
            <a:r>
              <a:rPr lang="en-US" dirty="0"/>
              <a:t>  |  A Global Store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B7E3D6-D808-A420-ED8C-34CFCFCB5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144" y="895149"/>
            <a:ext cx="9997440" cy="5353251"/>
          </a:xfrm>
        </p:spPr>
        <p:txBody>
          <a:bodyPr>
            <a:normAutofit/>
          </a:bodyPr>
          <a:lstStyle/>
          <a:p>
            <a:r>
              <a:rPr lang="en-IN" sz="2800" dirty="0"/>
              <a:t>OBJECTIVE:</a:t>
            </a:r>
          </a:p>
        </p:txBody>
      </p:sp>
      <p:graphicFrame>
        <p:nvGraphicFramePr>
          <p:cNvPr id="9" name="Content Placeholder 12">
            <a:extLst>
              <a:ext uri="{FF2B5EF4-FFF2-40B4-BE49-F238E27FC236}">
                <a16:creationId xmlns:a16="http://schemas.microsoft.com/office/drawing/2014/main" id="{15AFF054-FAE3-CDD9-C920-9188E1FF42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93907"/>
              </p:ext>
            </p:extLst>
          </p:nvPr>
        </p:nvGraphicFramePr>
        <p:xfrm>
          <a:off x="2404186" y="1621439"/>
          <a:ext cx="8700939" cy="445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765">
                  <a:extLst>
                    <a:ext uri="{9D8B030D-6E8A-4147-A177-3AD203B41FA5}">
                      <a16:colId xmlns:a16="http://schemas.microsoft.com/office/drawing/2014/main" val="2244941930"/>
                    </a:ext>
                  </a:extLst>
                </a:gridCol>
                <a:gridCol w="3761295">
                  <a:extLst>
                    <a:ext uri="{9D8B030D-6E8A-4147-A177-3AD203B41FA5}">
                      <a16:colId xmlns:a16="http://schemas.microsoft.com/office/drawing/2014/main" val="3738591034"/>
                    </a:ext>
                  </a:extLst>
                </a:gridCol>
                <a:gridCol w="3685879">
                  <a:extLst>
                    <a:ext uri="{9D8B030D-6E8A-4147-A177-3AD203B41FA5}">
                      <a16:colId xmlns:a16="http://schemas.microsoft.com/office/drawing/2014/main" val="3321840131"/>
                    </a:ext>
                  </a:extLst>
                </a:gridCol>
              </a:tblGrid>
              <a:tr h="8501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USP matrix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Multiple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668612"/>
                  </a:ext>
                </a:extLst>
              </a:tr>
              <a:tr h="16574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917276"/>
                  </a:ext>
                </a:extLst>
              </a:tr>
              <a:tr h="194579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multiple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00314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34C17ED-B2DD-2EF6-5A74-7171A971B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240" y="2674847"/>
            <a:ext cx="452487" cy="468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B5B82F-D5D2-1FA1-1F01-D8C71CCAE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87" y="2453148"/>
            <a:ext cx="896136" cy="896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DB3D26-4ABE-D8F5-988D-B88A20EE6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062" y="3571774"/>
            <a:ext cx="669155" cy="1940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FC50D7-CB73-8113-644A-27657D53F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813" y="2792132"/>
            <a:ext cx="921451" cy="398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992C81-3AE4-872C-2182-0C5D02846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8" y="3429000"/>
            <a:ext cx="1032962" cy="5810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A5CA86-D040-B9B5-EDCE-69086B715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2464" y="4818423"/>
            <a:ext cx="1052860" cy="5922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485D94-6BAC-813C-94CF-8F974D6D82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9691" y="4535840"/>
            <a:ext cx="2272694" cy="11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1821288-6F55-CF15-6C59-AE02E17B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WorldMart</a:t>
            </a:r>
            <a:r>
              <a:rPr lang="en-IN" dirty="0"/>
              <a:t> is the one stop platform which provides all the above solutions.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089B27C-E2AE-4788-B49C-582442C5B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Problem statements: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C0C05B0-874C-7B2F-ED2B-867E8FB66E94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Regional business regulations.</a:t>
            </a:r>
          </a:p>
          <a:p>
            <a:r>
              <a:rPr lang="en-US" sz="2000" dirty="0"/>
              <a:t>Language barriers.</a:t>
            </a:r>
          </a:p>
          <a:p>
            <a:r>
              <a:rPr lang="en-US" sz="2000" dirty="0"/>
              <a:t>World wide product visibility.</a:t>
            </a:r>
          </a:p>
          <a:p>
            <a:r>
              <a:rPr lang="en-US" sz="2000" dirty="0"/>
              <a:t>Quality versus cost factors approach.</a:t>
            </a:r>
          </a:p>
          <a:p>
            <a:r>
              <a:rPr lang="en-US" sz="2000" dirty="0"/>
              <a:t>Global supply and demand management marketing.</a:t>
            </a:r>
          </a:p>
          <a:p>
            <a:r>
              <a:rPr lang="en-US" sz="2000" dirty="0"/>
              <a:t>Exposing buyer seller for the global market.</a:t>
            </a:r>
          </a:p>
          <a:p>
            <a:pPr marL="82296" indent="0">
              <a:buNone/>
            </a:pPr>
            <a:endParaRPr lang="en-US" sz="2000" dirty="0"/>
          </a:p>
          <a:p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B4112-3377-B145-0B59-9F8BE2DA05E1}"/>
              </a:ext>
            </a:extLst>
          </p:cNvPr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IN" dirty="0"/>
              <a:t>Solutions: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A3D2328-289E-F0C8-B58F-5971E354FD1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cultural training</a:t>
            </a:r>
          </a:p>
          <a:p>
            <a:r>
              <a:rPr lang="en-US" sz="2000" dirty="0"/>
              <a:t>Local expertise</a:t>
            </a:r>
          </a:p>
          <a:p>
            <a:r>
              <a:rPr lang="en-US" sz="2000" dirty="0"/>
              <a:t>Legal support</a:t>
            </a:r>
          </a:p>
          <a:p>
            <a:r>
              <a:rPr lang="en-US" sz="2000" dirty="0"/>
              <a:t>Regular updates</a:t>
            </a:r>
          </a:p>
          <a:p>
            <a:r>
              <a:rPr lang="en-US" sz="2000" dirty="0"/>
              <a:t>Hedging</a:t>
            </a:r>
          </a:p>
          <a:p>
            <a:r>
              <a:rPr lang="en-US" sz="2000" dirty="0"/>
              <a:t>Local pricing</a:t>
            </a:r>
          </a:p>
          <a:p>
            <a:r>
              <a:rPr lang="en-US" sz="2000" dirty="0"/>
              <a:t>Strategic alliances market analysis</a:t>
            </a:r>
          </a:p>
          <a:p>
            <a:r>
              <a:rPr lang="en-IN" sz="2000" dirty="0"/>
              <a:t>local partnerships</a:t>
            </a:r>
          </a:p>
          <a:p>
            <a:r>
              <a:rPr lang="en-US" sz="2000" dirty="0"/>
              <a:t>market research</a:t>
            </a:r>
          </a:p>
          <a:p>
            <a:endParaRPr lang="en-US" sz="200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DC72819-3B56-20AD-7B20-36856DDED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5911" y="6381750"/>
            <a:ext cx="3860800" cy="476250"/>
          </a:xfrm>
        </p:spPr>
        <p:txBody>
          <a:bodyPr/>
          <a:lstStyle/>
          <a:p>
            <a:pPr algn="ctr"/>
            <a:r>
              <a:rPr lang="en-US" b="1" dirty="0"/>
              <a:t>WorldMart</a:t>
            </a:r>
            <a:r>
              <a:rPr lang="en-US" dirty="0"/>
              <a:t>  |  A Global Store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B64482B-F61B-2BE4-4739-3A84C091C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83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C34FDC6-BDDD-8057-DCBD-97780BE5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474" y="0"/>
            <a:ext cx="9997440" cy="53388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PROTOTYPE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1336360-3C17-7AE3-89A5-FB8706009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789" y="471322"/>
            <a:ext cx="10748211" cy="6396303"/>
          </a:xfr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68B411-116C-DC96-F824-2073CE9E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9794" y="6049177"/>
            <a:ext cx="3860800" cy="476250"/>
          </a:xfrm>
        </p:spPr>
        <p:txBody>
          <a:bodyPr/>
          <a:lstStyle/>
          <a:p>
            <a:pPr algn="ctr"/>
            <a:r>
              <a:rPr lang="en-US" b="1" dirty="0"/>
              <a:t>WorldMart</a:t>
            </a:r>
            <a:r>
              <a:rPr lang="en-US" dirty="0"/>
              <a:t>  |  A Global Store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DCDB6E-B6CA-2E72-1A68-74C90A39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67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647975" y="1206366"/>
            <a:ext cx="5703289" cy="4663440"/>
          </a:xfrm>
        </p:spPr>
        <p:txBody>
          <a:bodyPr/>
          <a:lstStyle/>
          <a:p>
            <a:pPr marL="82296" indent="0">
              <a:buNone/>
            </a:pPr>
            <a:endParaRPr lang="en-US" sz="8000" dirty="0"/>
          </a:p>
          <a:p>
            <a:pPr marL="82296" indent="0">
              <a:buNone/>
            </a:pPr>
            <a:r>
              <a:rPr lang="en-US" sz="8000" dirty="0"/>
              <a:t>Thank You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FA5B8-320D-9196-EBF1-2F8F3965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6E6D26B8-9353-03CF-E435-268D7717E2A3}"/>
              </a:ext>
            </a:extLst>
          </p:cNvPr>
          <p:cNvSpPr txBox="1">
            <a:spLocks/>
          </p:cNvSpPr>
          <p:nvPr/>
        </p:nvSpPr>
        <p:spPr>
          <a:xfrm>
            <a:off x="4982464" y="6305550"/>
            <a:ext cx="3860800" cy="47625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WorldMart</a:t>
            </a:r>
            <a:r>
              <a:rPr lang="en-US" dirty="0"/>
              <a:t>  |  A Global Store</a:t>
            </a:r>
          </a:p>
        </p:txBody>
      </p:sp>
    </p:spTree>
    <p:extLst>
      <p:ext uri="{BB962C8B-B14F-4D97-AF65-F5344CB8AC3E}">
        <p14:creationId xmlns:p14="http://schemas.microsoft.com/office/powerpoint/2010/main" val="67912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dea design templat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Idea design slides.potx" id="{DF01E6A4-6AA1-422C-B26D-6A4BADE1B013}" vid="{6A88D988-B038-48EA-B513-AE1D8F325C3E}"/>
    </a:ext>
  </a:extLst>
</a:theme>
</file>

<file path=ppt/theme/theme2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Idea design slides</Template>
  <TotalTime>165</TotalTime>
  <Words>251</Words>
  <Application>Microsoft Office PowerPoint</Application>
  <PresentationFormat>Widescreen</PresentationFormat>
  <Paragraphs>74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Century Gothic</vt:lpstr>
      <vt:lpstr>Verdana</vt:lpstr>
      <vt:lpstr>Wingdings 2</vt:lpstr>
      <vt:lpstr>Idea design template</vt:lpstr>
      <vt:lpstr>   IDEA PROPOSAL  </vt:lpstr>
      <vt:lpstr>PowerPoint Presentation</vt:lpstr>
      <vt:lpstr> MERITS:  </vt:lpstr>
      <vt:lpstr>*SOCIAL MERITS: </vt:lpstr>
      <vt:lpstr>UNIQUE SELLING POINT</vt:lpstr>
      <vt:lpstr>WorldMart is the one stop platform which provides all the above solutions.</vt:lpstr>
      <vt:lpstr>PROTOTYPE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IDEA PROPOSAL  </dc:title>
  <dc:creator>keerthi B.</dc:creator>
  <cp:lastModifiedBy>Guest user</cp:lastModifiedBy>
  <cp:revision>6</cp:revision>
  <dcterms:created xsi:type="dcterms:W3CDTF">2024-06-04T14:53:17Z</dcterms:created>
  <dcterms:modified xsi:type="dcterms:W3CDTF">2024-09-21T04:16:23Z</dcterms:modified>
</cp:coreProperties>
</file>