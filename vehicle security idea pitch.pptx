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68" r:id="rId3"/>
    <p:sldId id="269" r:id="rId4"/>
    <p:sldId id="270" r:id="rId5"/>
    <p:sldId id="271" r:id="rId6"/>
    <p:sldId id="272" r:id="rId7"/>
    <p:sldId id="267" r:id="rId8"/>
    <p:sldId id="273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30" d="100"/>
          <a:sy n="30" d="100"/>
        </p:scale>
        <p:origin x="43" y="13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681DE-5842-4302-8704-DB0EA789B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5DDCC-1594-460E-A603-4A344AB18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D654A-EB7B-4240-B335-3BEB81BA2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8F53-5FA9-4CB2-A47C-980E492A6B5D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A4C45-5D29-41DF-B25D-1B169BDC1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7E33B-92C6-460A-B6A9-757306BD5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6D94-E9E2-4107-9501-57A63B1BD2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69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E984-B72C-4573-855C-B1EB5003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21490-55AA-4C96-BB84-1159F281B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04F7D-FB0C-44BB-A3FD-A03AF3EB1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8F53-5FA9-4CB2-A47C-980E492A6B5D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35399-106F-4BE1-8700-868C8BFBE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1B71B-A89A-492E-9F92-CAEEED52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6D94-E9E2-4107-9501-57A63B1BD2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88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A5BD-39B8-4EFE-A3C1-D58315052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5CE67-6E51-4724-A16E-44BCC7350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8EA3-9FB8-40E6-A10F-C3E7BC896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8F53-5FA9-4CB2-A47C-980E492A6B5D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72253-B419-4D84-8441-45AE58C25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5FAD7-C3CD-4064-80A6-F30E030F6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6D94-E9E2-4107-9501-57A63B1BD2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264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4EDB-06D0-44EB-9122-87D2135C2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04FCD-4E12-44E9-957E-1688C0671A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3397A-D150-4F2A-8887-54C39F807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9E76D-D1C0-4A87-9B76-E09FB639E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8F53-5FA9-4CB2-A47C-980E492A6B5D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CE29-BB71-4806-AE8F-E6548DDE9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3983-F7F2-4A67-97C3-ADEB25BA0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6D94-E9E2-4107-9501-57A63B1BD2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28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07CDC-F1CD-4048-BEAD-031970B9A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76A7D-4CB7-46B8-8FF7-16DEBE04E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F6F32-DB83-47E3-874D-18B5580C2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70B89-1140-4F58-93E7-C6BFEFB560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7D11B-3D54-4C16-A0D0-DAA18C050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848EA-377C-4203-9A92-5FD4CE1A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8F53-5FA9-4CB2-A47C-980E492A6B5D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B2F836-71BF-4CDA-9290-0447447B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546A8-5963-4F26-A014-EA664E02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6D94-E9E2-4107-9501-57A63B1BD2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951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B89B3-DBA6-49D0-8785-BCF4A533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3EE08-8736-4145-B01B-1DEDF559A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8F53-5FA9-4CB2-A47C-980E492A6B5D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4774E5-504B-42D3-98AD-385621967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167DB-6DC6-4275-A7B9-E87CB66F3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6D94-E9E2-4107-9501-57A63B1BD2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666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CA5A09-6B9B-410E-BE61-A1318C424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8F53-5FA9-4CB2-A47C-980E492A6B5D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C09DE5-7FC4-43B8-AA98-17DCD4B4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8785C-A3FC-4EBE-90A9-084CF175E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6D94-E9E2-4107-9501-57A63B1BD2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088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E412F-521A-46AE-8CDF-F38E8E551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474-5404-4CA4-B354-20459BC39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488A67-9BF6-4707-B85A-7E6066F8C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89C406-4432-4DE7-A036-F75DE999E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8F53-5FA9-4CB2-A47C-980E492A6B5D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A5E44-63D7-4728-842F-DE8536D35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45A3E-4FDE-4FF1-BF93-096A432B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6D94-E9E2-4107-9501-57A63B1BD2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1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D65D0-D7B4-42FB-8DE8-175CAA588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D5D1A2-BD15-40D0-8F64-918AFC500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7E0EB-44DA-4C63-A217-EF34F1B99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BF740-E0CF-4CE1-A792-E82B7D64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8F53-5FA9-4CB2-A47C-980E492A6B5D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3CDF0-07B9-4944-A703-DDB85FC7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B62DC-655C-4E99-805B-2E012D0C7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6D94-E9E2-4107-9501-57A63B1BD2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329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016E3-253F-489D-BF6C-906F53A5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BCB94-1694-4FB4-96F6-D1AC81878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9860C-CDDA-476F-B947-9BFB6575D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8F53-5FA9-4CB2-A47C-980E492A6B5D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F16DE-FC1D-411F-871C-2A52C56E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0F0DB-710A-4A05-8F98-27E10EB2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6D94-E9E2-4107-9501-57A63B1BD2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357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50E32F-B65C-4C4D-B81F-A5D2C9B18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291C6-E52D-4E88-8CA4-6B34C9EB1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12BA9-7537-4BAF-BE49-A2A727A19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8F53-5FA9-4CB2-A47C-980E492A6B5D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29D3F-BA25-4948-83FD-2BAEAC73D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B391C-F258-4CB2-9262-166B96960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7D6D94-E9E2-4107-9501-57A63B1BD2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89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87862B-A752-4F9E-A19E-4646DC9DD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A8B98-C7A9-4EF9-A5F0-2DD55E313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E9923-96F5-4A24-A096-72FBB9587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68F53-5FA9-4CB2-A47C-980E492A6B5D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69F42-55EC-4539-B2F4-6B5852B76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ADB5E-9518-4917-86AC-157E6A084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D6D94-E9E2-4107-9501-57A63B1BD2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67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80">
                <a:solidFill>
                  <a:srgbClr val="323232"/>
                </a:solidFill>
              </a:defRPr>
            </a:pPr>
            <a:r>
              <a:t>Preventing DUI &amp; Unauthorized Vehicle Use with AI and Biosensors</a:t>
            </a:r>
          </a:p>
        </p:txBody>
      </p:sp>
      <p:pic>
        <p:nvPicPr>
          <p:cNvPr id="4" name="Picture 3" descr="background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"/>
            <a:ext cx="9144000" cy="91879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84B366-E701-41AA-BDE8-81267D0CA08E}"/>
              </a:ext>
            </a:extLst>
          </p:cNvPr>
          <p:cNvSpPr txBox="1"/>
          <p:nvPr/>
        </p:nvSpPr>
        <p:spPr>
          <a:xfrm>
            <a:off x="1985676" y="683192"/>
            <a:ext cx="493882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Vehicle security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PRESENTED BY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BHUMIKAA.B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AE3B3-6CEA-4E03-B66F-2F2A9DDC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/>
              <a:t>PROBLEM STATEMENT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8D14B-BD7F-468A-8D4F-DF1615EBC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Unauthorized vehicle access is another major security issue.</a:t>
            </a:r>
          </a:p>
          <a:p>
            <a:r>
              <a:rPr lang="en-US" dirty="0"/>
              <a:t>Existing vehicle security systems fail to prevent unauthorized use before the engine starts.</a:t>
            </a:r>
          </a:p>
          <a:p>
            <a:r>
              <a:rPr lang="en-US" dirty="0"/>
              <a:t>Mobile app allows remote control and alerts.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3236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D4157-BAF6-4EC3-9FB0-CE2C24810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/>
              <a:t>Our solution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D2A11-1C1E-4E33-8F3E-B611E5184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AI-based driver authentication.</a:t>
            </a:r>
          </a:p>
          <a:p>
            <a:r>
              <a:rPr lang="en-US" dirty="0"/>
              <a:t>Real-time alerts to prevent unauthorized vehicle access.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2230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0E2E4-F38E-4781-BCF5-65AB371A3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/>
              <a:t>How it works?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4C5BD-1F51-4B71-A585-C4CC77A27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AI-based facial recognition verifies driver identity.</a:t>
            </a:r>
          </a:p>
          <a:p>
            <a:r>
              <a:rPr lang="en-US" dirty="0"/>
              <a:t> If unauthorized access is detected, the system locks the engine and sends alerts.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2565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C1EF6-1047-430A-87AE-C4F4A286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/>
              <a:t>Key features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29FA9-CEF9-4C25-843E-C94B32FAD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AI Facial Recognition &amp; Drowsiness Detection</a:t>
            </a:r>
          </a:p>
          <a:p>
            <a:pPr marL="0" indent="0">
              <a:buNone/>
            </a:pPr>
            <a:r>
              <a:rPr lang="en-IN" dirty="0"/>
              <a:t>• Engine Lock Mechanism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lang="en-US" dirty="0"/>
              <a:t>• Mobile App for Remote Access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lang="en-US" dirty="0"/>
              <a:t>• Real-Time Alerts to Emergency Contacts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8307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1CDA8-D347-425A-AA9D-444D4307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defRPr sz="2880">
                <a:solidFill>
                  <a:srgbClr val="323232"/>
                </a:solidFill>
              </a:defRPr>
            </a:pPr>
            <a:r>
              <a:rPr lang="en-US" sz="5400" b="1" dirty="0"/>
              <a:t>Sustainability &amp; Impact</a:t>
            </a:r>
            <a:br>
              <a:rPr lang="en-US" sz="5400" b="1" dirty="0"/>
            </a:b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23A0E-9A17-434D-B1B8-0B354E448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Enhances vehicle security &amp; reduces theft risks.</a:t>
            </a:r>
          </a:p>
          <a:p>
            <a:pPr marL="0" indent="0">
              <a:buNone/>
            </a:pPr>
            <a:r>
              <a:rPr lang="en-IN" dirty="0"/>
              <a:t>• Uses energy-efficient biosensors &amp; AI for sustainability. </a:t>
            </a:r>
          </a:p>
          <a:p>
            <a:pPr marL="0" indent="0">
              <a:buNone/>
            </a:pPr>
            <a:r>
              <a:rPr lang="en-IN" dirty="0"/>
              <a:t>• Encourages AI-driven smart transportation solutions.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565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Autofit/>
          </a:bodyPr>
          <a:lstStyle/>
          <a:p>
            <a:pPr algn="ctr">
              <a:defRPr sz="2880" b="1">
                <a:solidFill>
                  <a:srgbClr val="323232"/>
                </a:solidFill>
              </a:defRPr>
            </a:pPr>
            <a:r>
              <a:rPr sz="4800" dirty="0"/>
              <a:t>5 Whys Analysis - Unauthorized Access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2554" y="1166019"/>
            <a:ext cx="8229600" cy="4525963"/>
          </a:xfrm>
        </p:spPr>
        <p:txBody>
          <a:bodyPr>
            <a:noAutofit/>
          </a:bodyPr>
          <a:lstStyle/>
          <a:p>
            <a:pPr>
              <a:defRPr sz="2880">
                <a:solidFill>
                  <a:srgbClr val="323232"/>
                </a:solidFill>
              </a:defRPr>
            </a:pPr>
            <a:endParaRPr sz="1800" dirty="0"/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sz="1800" dirty="0"/>
              <a:t>1. Why do unauthorized individuals drive vehicles?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sz="1800" dirty="0"/>
              <a:t>   → Vehicles can be started without verifying the authorized driver.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endParaRPr sz="1800" dirty="0"/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sz="1800" dirty="0"/>
              <a:t>2. Why is there no driver verification before vehicle startup?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sz="1800" dirty="0"/>
              <a:t>   → Most cars rely on keys, which can be stolen, lost, or shared.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endParaRPr sz="1800" dirty="0"/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sz="1800" dirty="0"/>
              <a:t>3. Why is key-based security insufficient?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sz="1800" dirty="0"/>
              <a:t>   → It does not verify whether the actual driver is the authorized user.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endParaRPr sz="1800" dirty="0"/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sz="1800" dirty="0"/>
              <a:t>4. Why isn’t real-time authentication widely implemented?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sz="1800" dirty="0"/>
              <a:t>   → Traditional security focuses on access control rather than driver identity.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endParaRPr sz="1800" dirty="0"/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sz="1800" dirty="0"/>
              <a:t>5. Why is identity-based security needed?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sz="1800" dirty="0"/>
              <a:t>   → To prevent theft, unauthorized use, and DUI-related incidents.</a:t>
            </a:r>
          </a:p>
          <a:p>
            <a:pPr>
              <a:defRPr sz="2880">
                <a:solidFill>
                  <a:srgbClr val="323232"/>
                </a:solidFill>
              </a:defRPr>
            </a:pPr>
            <a:endParaRPr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39228-CBF5-438D-8C4A-4D2B67277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Prototype &amp; Next Steps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2607D-8F24-46C0-AAAC-73BA25F3A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lang="en-US" dirty="0"/>
              <a:t>1. Develop a prototype with integrated sensors and AI.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lang="en-US" dirty="0"/>
              <a:t>2. Design a mobile app for alerts and remote control.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lang="en-US" dirty="0"/>
              <a:t>3. Test and validate system accuracy.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lang="en-US" dirty="0"/>
              <a:t>4. Improve efficiency and integrate with existing vehicle security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995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 b="1">
                <a:solidFill>
                  <a:srgbClr val="323232"/>
                </a:solidFill>
              </a:defRPr>
            </a:pPr>
            <a:r>
              <a:rPr u="sng" dirty="0"/>
              <a:t>Prototype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dirty="0"/>
              <a:t>1. Develop a prototype with integrated sensors and AI.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dirty="0"/>
              <a:t>2. Design a mobile app for alerts and remote control.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dirty="0"/>
              <a:t>3. Test and validate system accuracy.</a:t>
            </a:r>
          </a:p>
          <a:p>
            <a:pPr marL="0" indent="0">
              <a:buNone/>
              <a:defRPr sz="2880">
                <a:solidFill>
                  <a:srgbClr val="323232"/>
                </a:solidFill>
              </a:defRPr>
            </a:pPr>
            <a:r>
              <a:rPr dirty="0"/>
              <a:t>4. Improve efficiency and integrate with existing vehicle security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364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PROBLEM STATEMENT</vt:lpstr>
      <vt:lpstr>Our solution</vt:lpstr>
      <vt:lpstr>How it works?</vt:lpstr>
      <vt:lpstr>Key features</vt:lpstr>
      <vt:lpstr>Sustainability &amp; Impact </vt:lpstr>
      <vt:lpstr>5 Whys Analysis - Unauthorized Access Problem</vt:lpstr>
      <vt:lpstr>Prototype &amp; Next Steps </vt:lpstr>
      <vt:lpstr>Prototype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Guest user</dc:creator>
  <cp:lastModifiedBy>Bhumikaa Balamurali</cp:lastModifiedBy>
  <cp:revision>3</cp:revision>
  <dcterms:created xsi:type="dcterms:W3CDTF">2025-02-28T14:29:13Z</dcterms:created>
  <dcterms:modified xsi:type="dcterms:W3CDTF">2025-03-16T13:43:54Z</dcterms:modified>
</cp:coreProperties>
</file>